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8364200" cy="36004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1340">
          <p15:clr>
            <a:srgbClr val="A4A3A4"/>
          </p15:clr>
        </p15:guide>
        <p15:guide id="2" pos="578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gjBveY8Sn+72Zu0diGHmU1aPtg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3348" y="-876"/>
      </p:cViewPr>
      <p:guideLst>
        <p:guide orient="horz" pos="11340"/>
        <p:guide pos="578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554288" y="685800"/>
            <a:ext cx="17494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377315" y="5892406"/>
            <a:ext cx="15609570" cy="125349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2050"/>
              <a:buFont typeface="Calibri"/>
              <a:buNone/>
              <a:defRPr sz="12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2295525" y="18910699"/>
            <a:ext cx="13773150" cy="869275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2008"/>
              </a:spcBef>
              <a:spcAft>
                <a:spcPts val="0"/>
              </a:spcAft>
              <a:buClr>
                <a:schemeClr val="dk1"/>
              </a:buClr>
              <a:buSzPts val="4820"/>
              <a:buNone/>
              <a:defRPr sz="4820"/>
            </a:lvl1pPr>
            <a:lvl2pPr lvl="1" algn="ctr">
              <a:lnSpc>
                <a:spcPct val="90000"/>
              </a:lnSpc>
              <a:spcBef>
                <a:spcPts val="1004"/>
              </a:spcBef>
              <a:spcAft>
                <a:spcPts val="0"/>
              </a:spcAft>
              <a:buClr>
                <a:schemeClr val="dk1"/>
              </a:buClr>
              <a:buSzPts val="4017"/>
              <a:buNone/>
              <a:defRPr sz="4016"/>
            </a:lvl2pPr>
            <a:lvl3pPr lvl="2" algn="ctr">
              <a:lnSpc>
                <a:spcPct val="90000"/>
              </a:lnSpc>
              <a:spcBef>
                <a:spcPts val="1004"/>
              </a:spcBef>
              <a:spcAft>
                <a:spcPts val="0"/>
              </a:spcAft>
              <a:buClr>
                <a:schemeClr val="dk1"/>
              </a:buClr>
              <a:buSzPts val="3615"/>
              <a:buNone/>
              <a:defRPr sz="3615"/>
            </a:lvl3pPr>
            <a:lvl4pPr lvl="3" algn="ctr">
              <a:lnSpc>
                <a:spcPct val="90000"/>
              </a:lnSpc>
              <a:spcBef>
                <a:spcPts val="1004"/>
              </a:spcBef>
              <a:spcAft>
                <a:spcPts val="0"/>
              </a:spcAft>
              <a:buClr>
                <a:schemeClr val="dk1"/>
              </a:buClr>
              <a:buSzPts val="3213"/>
              <a:buNone/>
              <a:defRPr sz="3213"/>
            </a:lvl4pPr>
            <a:lvl5pPr lvl="4" algn="ctr">
              <a:lnSpc>
                <a:spcPct val="90000"/>
              </a:lnSpc>
              <a:spcBef>
                <a:spcPts val="1004"/>
              </a:spcBef>
              <a:spcAft>
                <a:spcPts val="0"/>
              </a:spcAft>
              <a:buClr>
                <a:schemeClr val="dk1"/>
              </a:buClr>
              <a:buSzPts val="3213"/>
              <a:buNone/>
              <a:defRPr sz="3213"/>
            </a:lvl5pPr>
            <a:lvl6pPr lvl="5" algn="ctr">
              <a:lnSpc>
                <a:spcPct val="90000"/>
              </a:lnSpc>
              <a:spcBef>
                <a:spcPts val="1004"/>
              </a:spcBef>
              <a:spcAft>
                <a:spcPts val="0"/>
              </a:spcAft>
              <a:buClr>
                <a:schemeClr val="dk1"/>
              </a:buClr>
              <a:buSzPts val="3213"/>
              <a:buNone/>
              <a:defRPr sz="3213"/>
            </a:lvl6pPr>
            <a:lvl7pPr lvl="6" algn="ctr">
              <a:lnSpc>
                <a:spcPct val="90000"/>
              </a:lnSpc>
              <a:spcBef>
                <a:spcPts val="1004"/>
              </a:spcBef>
              <a:spcAft>
                <a:spcPts val="0"/>
              </a:spcAft>
              <a:buClr>
                <a:schemeClr val="dk1"/>
              </a:buClr>
              <a:buSzPts val="3213"/>
              <a:buNone/>
              <a:defRPr sz="3213"/>
            </a:lvl7pPr>
            <a:lvl8pPr lvl="7" algn="ctr">
              <a:lnSpc>
                <a:spcPct val="90000"/>
              </a:lnSpc>
              <a:spcBef>
                <a:spcPts val="1004"/>
              </a:spcBef>
              <a:spcAft>
                <a:spcPts val="0"/>
              </a:spcAft>
              <a:buClr>
                <a:schemeClr val="dk1"/>
              </a:buClr>
              <a:buSzPts val="3213"/>
              <a:buNone/>
              <a:defRPr sz="3213"/>
            </a:lvl8pPr>
            <a:lvl9pPr lvl="8" algn="ctr">
              <a:lnSpc>
                <a:spcPct val="90000"/>
              </a:lnSpc>
              <a:spcBef>
                <a:spcPts val="1004"/>
              </a:spcBef>
              <a:spcAft>
                <a:spcPts val="0"/>
              </a:spcAft>
              <a:buClr>
                <a:schemeClr val="dk1"/>
              </a:buClr>
              <a:buSzPts val="3213"/>
              <a:buNone/>
              <a:defRPr sz="3213"/>
            </a:lvl9pPr>
          </a:lstStyle>
          <a:p>
            <a:endParaRPr/>
          </a:p>
        </p:txBody>
      </p:sp>
      <p:sp>
        <p:nvSpPr>
          <p:cNvPr id="14" name="Google Shape;14;p3"/>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1262539" y="1916914"/>
            <a:ext cx="15839123" cy="69592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1262539" y="9584531"/>
            <a:ext cx="15839123" cy="228445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8"/>
              </a:spcBef>
              <a:spcAft>
                <a:spcPts val="0"/>
              </a:spcAft>
              <a:buClr>
                <a:schemeClr val="dk1"/>
              </a:buClr>
              <a:buSzPts val="1800"/>
              <a:buChar char="•"/>
              <a:defRPr/>
            </a:lvl1pPr>
            <a:lvl2pPr marL="914400" lvl="1" indent="-342900" algn="l">
              <a:lnSpc>
                <a:spcPct val="90000"/>
              </a:lnSpc>
              <a:spcBef>
                <a:spcPts val="1004"/>
              </a:spcBef>
              <a:spcAft>
                <a:spcPts val="0"/>
              </a:spcAft>
              <a:buClr>
                <a:schemeClr val="dk1"/>
              </a:buClr>
              <a:buSzPts val="1800"/>
              <a:buChar char="•"/>
              <a:defRPr/>
            </a:lvl2pPr>
            <a:lvl3pPr marL="1371600" lvl="2" indent="-342900" algn="l">
              <a:lnSpc>
                <a:spcPct val="90000"/>
              </a:lnSpc>
              <a:spcBef>
                <a:spcPts val="1004"/>
              </a:spcBef>
              <a:spcAft>
                <a:spcPts val="0"/>
              </a:spcAft>
              <a:buClr>
                <a:schemeClr val="dk1"/>
              </a:buClr>
              <a:buSzPts val="1800"/>
              <a:buChar char="•"/>
              <a:defRPr/>
            </a:lvl3pPr>
            <a:lvl4pPr marL="1828800" lvl="3" indent="-342900" algn="l">
              <a:lnSpc>
                <a:spcPct val="90000"/>
              </a:lnSpc>
              <a:spcBef>
                <a:spcPts val="1004"/>
              </a:spcBef>
              <a:spcAft>
                <a:spcPts val="0"/>
              </a:spcAft>
              <a:buClr>
                <a:schemeClr val="dk1"/>
              </a:buClr>
              <a:buSzPts val="1800"/>
              <a:buChar char="•"/>
              <a:defRPr/>
            </a:lvl4pPr>
            <a:lvl5pPr marL="2286000" lvl="4" indent="-342900" algn="l">
              <a:lnSpc>
                <a:spcPct val="90000"/>
              </a:lnSpc>
              <a:spcBef>
                <a:spcPts val="1004"/>
              </a:spcBef>
              <a:spcAft>
                <a:spcPts val="0"/>
              </a:spcAft>
              <a:buClr>
                <a:schemeClr val="dk1"/>
              </a:buClr>
              <a:buSzPts val="1800"/>
              <a:buChar char="•"/>
              <a:defRPr/>
            </a:lvl5pPr>
            <a:lvl6pPr marL="2743200" lvl="5" indent="-342900" algn="l">
              <a:lnSpc>
                <a:spcPct val="90000"/>
              </a:lnSpc>
              <a:spcBef>
                <a:spcPts val="1004"/>
              </a:spcBef>
              <a:spcAft>
                <a:spcPts val="0"/>
              </a:spcAft>
              <a:buClr>
                <a:schemeClr val="dk1"/>
              </a:buClr>
              <a:buSzPts val="1800"/>
              <a:buChar char="•"/>
              <a:defRPr/>
            </a:lvl6pPr>
            <a:lvl7pPr marL="3200400" lvl="6" indent="-342900" algn="l">
              <a:lnSpc>
                <a:spcPct val="90000"/>
              </a:lnSpc>
              <a:spcBef>
                <a:spcPts val="1004"/>
              </a:spcBef>
              <a:spcAft>
                <a:spcPts val="0"/>
              </a:spcAft>
              <a:buClr>
                <a:schemeClr val="dk1"/>
              </a:buClr>
              <a:buSzPts val="1800"/>
              <a:buChar char="•"/>
              <a:defRPr/>
            </a:lvl7pPr>
            <a:lvl8pPr marL="3657600" lvl="7" indent="-342900" algn="l">
              <a:lnSpc>
                <a:spcPct val="90000"/>
              </a:lnSpc>
              <a:spcBef>
                <a:spcPts val="1004"/>
              </a:spcBef>
              <a:spcAft>
                <a:spcPts val="0"/>
              </a:spcAft>
              <a:buClr>
                <a:schemeClr val="dk1"/>
              </a:buClr>
              <a:buSzPts val="1800"/>
              <a:buChar char="•"/>
              <a:defRPr/>
            </a:lvl8pPr>
            <a:lvl9pPr marL="4114800" lvl="8" indent="-342900" algn="l">
              <a:lnSpc>
                <a:spcPct val="90000"/>
              </a:lnSpc>
              <a:spcBef>
                <a:spcPts val="1004"/>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1252975" y="8976133"/>
            <a:ext cx="15839123" cy="1497686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2050"/>
              <a:buFont typeface="Calibri"/>
              <a:buNone/>
              <a:defRPr sz="12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1252975" y="24094689"/>
            <a:ext cx="15839123" cy="787598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8"/>
              </a:spcBef>
              <a:spcAft>
                <a:spcPts val="0"/>
              </a:spcAft>
              <a:buClr>
                <a:schemeClr val="dk1"/>
              </a:buClr>
              <a:buSzPts val="4820"/>
              <a:buNone/>
              <a:defRPr sz="4820">
                <a:solidFill>
                  <a:schemeClr val="dk1"/>
                </a:solidFill>
              </a:defRPr>
            </a:lvl1pPr>
            <a:lvl2pPr marL="914400" lvl="1" indent="-228600" algn="l">
              <a:lnSpc>
                <a:spcPct val="90000"/>
              </a:lnSpc>
              <a:spcBef>
                <a:spcPts val="1004"/>
              </a:spcBef>
              <a:spcAft>
                <a:spcPts val="0"/>
              </a:spcAft>
              <a:buClr>
                <a:srgbClr val="888888"/>
              </a:buClr>
              <a:buSzPts val="4017"/>
              <a:buNone/>
              <a:defRPr sz="4016">
                <a:solidFill>
                  <a:srgbClr val="888888"/>
                </a:solidFill>
              </a:defRPr>
            </a:lvl2pPr>
            <a:lvl3pPr marL="1371600" lvl="2" indent="-228600" algn="l">
              <a:lnSpc>
                <a:spcPct val="90000"/>
              </a:lnSpc>
              <a:spcBef>
                <a:spcPts val="1004"/>
              </a:spcBef>
              <a:spcAft>
                <a:spcPts val="0"/>
              </a:spcAft>
              <a:buClr>
                <a:srgbClr val="888888"/>
              </a:buClr>
              <a:buSzPts val="3615"/>
              <a:buNone/>
              <a:defRPr sz="3615">
                <a:solidFill>
                  <a:srgbClr val="888888"/>
                </a:solidFill>
              </a:defRPr>
            </a:lvl3pPr>
            <a:lvl4pPr marL="1828800" lvl="3" indent="-228600" algn="l">
              <a:lnSpc>
                <a:spcPct val="90000"/>
              </a:lnSpc>
              <a:spcBef>
                <a:spcPts val="1004"/>
              </a:spcBef>
              <a:spcAft>
                <a:spcPts val="0"/>
              </a:spcAft>
              <a:buClr>
                <a:srgbClr val="888888"/>
              </a:buClr>
              <a:buSzPts val="3213"/>
              <a:buNone/>
              <a:defRPr sz="3213">
                <a:solidFill>
                  <a:srgbClr val="888888"/>
                </a:solidFill>
              </a:defRPr>
            </a:lvl4pPr>
            <a:lvl5pPr marL="2286000" lvl="4" indent="-228600" algn="l">
              <a:lnSpc>
                <a:spcPct val="90000"/>
              </a:lnSpc>
              <a:spcBef>
                <a:spcPts val="1004"/>
              </a:spcBef>
              <a:spcAft>
                <a:spcPts val="0"/>
              </a:spcAft>
              <a:buClr>
                <a:srgbClr val="888888"/>
              </a:buClr>
              <a:buSzPts val="3213"/>
              <a:buNone/>
              <a:defRPr sz="3213">
                <a:solidFill>
                  <a:srgbClr val="888888"/>
                </a:solidFill>
              </a:defRPr>
            </a:lvl5pPr>
            <a:lvl6pPr marL="2743200" lvl="5" indent="-228600" algn="l">
              <a:lnSpc>
                <a:spcPct val="90000"/>
              </a:lnSpc>
              <a:spcBef>
                <a:spcPts val="1004"/>
              </a:spcBef>
              <a:spcAft>
                <a:spcPts val="0"/>
              </a:spcAft>
              <a:buClr>
                <a:srgbClr val="888888"/>
              </a:buClr>
              <a:buSzPts val="3213"/>
              <a:buNone/>
              <a:defRPr sz="3213">
                <a:solidFill>
                  <a:srgbClr val="888888"/>
                </a:solidFill>
              </a:defRPr>
            </a:lvl6pPr>
            <a:lvl7pPr marL="3200400" lvl="6" indent="-228600" algn="l">
              <a:lnSpc>
                <a:spcPct val="90000"/>
              </a:lnSpc>
              <a:spcBef>
                <a:spcPts val="1004"/>
              </a:spcBef>
              <a:spcAft>
                <a:spcPts val="0"/>
              </a:spcAft>
              <a:buClr>
                <a:srgbClr val="888888"/>
              </a:buClr>
              <a:buSzPts val="3213"/>
              <a:buNone/>
              <a:defRPr sz="3213">
                <a:solidFill>
                  <a:srgbClr val="888888"/>
                </a:solidFill>
              </a:defRPr>
            </a:lvl7pPr>
            <a:lvl8pPr marL="3657600" lvl="7" indent="-228600" algn="l">
              <a:lnSpc>
                <a:spcPct val="90000"/>
              </a:lnSpc>
              <a:spcBef>
                <a:spcPts val="1004"/>
              </a:spcBef>
              <a:spcAft>
                <a:spcPts val="0"/>
              </a:spcAft>
              <a:buClr>
                <a:srgbClr val="888888"/>
              </a:buClr>
              <a:buSzPts val="3213"/>
              <a:buNone/>
              <a:defRPr sz="3213">
                <a:solidFill>
                  <a:srgbClr val="888888"/>
                </a:solidFill>
              </a:defRPr>
            </a:lvl8pPr>
            <a:lvl9pPr marL="4114800" lvl="8" indent="-228600" algn="l">
              <a:lnSpc>
                <a:spcPct val="90000"/>
              </a:lnSpc>
              <a:spcBef>
                <a:spcPts val="1004"/>
              </a:spcBef>
              <a:spcAft>
                <a:spcPts val="0"/>
              </a:spcAft>
              <a:buClr>
                <a:srgbClr val="888888"/>
              </a:buClr>
              <a:buSzPts val="3213"/>
              <a:buNone/>
              <a:defRPr sz="3213">
                <a:solidFill>
                  <a:srgbClr val="888888"/>
                </a:solidFill>
              </a:defRPr>
            </a:lvl9pPr>
          </a:lstStyle>
          <a:p>
            <a:endParaRPr/>
          </a:p>
        </p:txBody>
      </p:sp>
      <p:sp>
        <p:nvSpPr>
          <p:cNvPr id="26" name="Google Shape;26;p5"/>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1262539" y="1916914"/>
            <a:ext cx="15839123" cy="69592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1262539" y="9584531"/>
            <a:ext cx="7804785" cy="228445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8"/>
              </a:spcBef>
              <a:spcAft>
                <a:spcPts val="0"/>
              </a:spcAft>
              <a:buClr>
                <a:schemeClr val="dk1"/>
              </a:buClr>
              <a:buSzPts val="1800"/>
              <a:buChar char="•"/>
              <a:defRPr/>
            </a:lvl1pPr>
            <a:lvl2pPr marL="914400" lvl="1" indent="-342900" algn="l">
              <a:lnSpc>
                <a:spcPct val="90000"/>
              </a:lnSpc>
              <a:spcBef>
                <a:spcPts val="1004"/>
              </a:spcBef>
              <a:spcAft>
                <a:spcPts val="0"/>
              </a:spcAft>
              <a:buClr>
                <a:schemeClr val="dk1"/>
              </a:buClr>
              <a:buSzPts val="1800"/>
              <a:buChar char="•"/>
              <a:defRPr/>
            </a:lvl2pPr>
            <a:lvl3pPr marL="1371600" lvl="2" indent="-342900" algn="l">
              <a:lnSpc>
                <a:spcPct val="90000"/>
              </a:lnSpc>
              <a:spcBef>
                <a:spcPts val="1004"/>
              </a:spcBef>
              <a:spcAft>
                <a:spcPts val="0"/>
              </a:spcAft>
              <a:buClr>
                <a:schemeClr val="dk1"/>
              </a:buClr>
              <a:buSzPts val="1800"/>
              <a:buChar char="•"/>
              <a:defRPr/>
            </a:lvl3pPr>
            <a:lvl4pPr marL="1828800" lvl="3" indent="-342900" algn="l">
              <a:lnSpc>
                <a:spcPct val="90000"/>
              </a:lnSpc>
              <a:spcBef>
                <a:spcPts val="1004"/>
              </a:spcBef>
              <a:spcAft>
                <a:spcPts val="0"/>
              </a:spcAft>
              <a:buClr>
                <a:schemeClr val="dk1"/>
              </a:buClr>
              <a:buSzPts val="1800"/>
              <a:buChar char="•"/>
              <a:defRPr/>
            </a:lvl4pPr>
            <a:lvl5pPr marL="2286000" lvl="4" indent="-342900" algn="l">
              <a:lnSpc>
                <a:spcPct val="90000"/>
              </a:lnSpc>
              <a:spcBef>
                <a:spcPts val="1004"/>
              </a:spcBef>
              <a:spcAft>
                <a:spcPts val="0"/>
              </a:spcAft>
              <a:buClr>
                <a:schemeClr val="dk1"/>
              </a:buClr>
              <a:buSzPts val="1800"/>
              <a:buChar char="•"/>
              <a:defRPr/>
            </a:lvl5pPr>
            <a:lvl6pPr marL="2743200" lvl="5" indent="-342900" algn="l">
              <a:lnSpc>
                <a:spcPct val="90000"/>
              </a:lnSpc>
              <a:spcBef>
                <a:spcPts val="1004"/>
              </a:spcBef>
              <a:spcAft>
                <a:spcPts val="0"/>
              </a:spcAft>
              <a:buClr>
                <a:schemeClr val="dk1"/>
              </a:buClr>
              <a:buSzPts val="1800"/>
              <a:buChar char="•"/>
              <a:defRPr/>
            </a:lvl6pPr>
            <a:lvl7pPr marL="3200400" lvl="6" indent="-342900" algn="l">
              <a:lnSpc>
                <a:spcPct val="90000"/>
              </a:lnSpc>
              <a:spcBef>
                <a:spcPts val="1004"/>
              </a:spcBef>
              <a:spcAft>
                <a:spcPts val="0"/>
              </a:spcAft>
              <a:buClr>
                <a:schemeClr val="dk1"/>
              </a:buClr>
              <a:buSzPts val="1800"/>
              <a:buChar char="•"/>
              <a:defRPr/>
            </a:lvl7pPr>
            <a:lvl8pPr marL="3657600" lvl="7" indent="-342900" algn="l">
              <a:lnSpc>
                <a:spcPct val="90000"/>
              </a:lnSpc>
              <a:spcBef>
                <a:spcPts val="1004"/>
              </a:spcBef>
              <a:spcAft>
                <a:spcPts val="0"/>
              </a:spcAft>
              <a:buClr>
                <a:schemeClr val="dk1"/>
              </a:buClr>
              <a:buSzPts val="1800"/>
              <a:buChar char="•"/>
              <a:defRPr/>
            </a:lvl8pPr>
            <a:lvl9pPr marL="4114800" lvl="8" indent="-342900" algn="l">
              <a:lnSpc>
                <a:spcPct val="90000"/>
              </a:lnSpc>
              <a:spcBef>
                <a:spcPts val="1004"/>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9296876" y="9584531"/>
            <a:ext cx="7804785" cy="228445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8"/>
              </a:spcBef>
              <a:spcAft>
                <a:spcPts val="0"/>
              </a:spcAft>
              <a:buClr>
                <a:schemeClr val="dk1"/>
              </a:buClr>
              <a:buSzPts val="1800"/>
              <a:buChar char="•"/>
              <a:defRPr/>
            </a:lvl1pPr>
            <a:lvl2pPr marL="914400" lvl="1" indent="-342900" algn="l">
              <a:lnSpc>
                <a:spcPct val="90000"/>
              </a:lnSpc>
              <a:spcBef>
                <a:spcPts val="1004"/>
              </a:spcBef>
              <a:spcAft>
                <a:spcPts val="0"/>
              </a:spcAft>
              <a:buClr>
                <a:schemeClr val="dk1"/>
              </a:buClr>
              <a:buSzPts val="1800"/>
              <a:buChar char="•"/>
              <a:defRPr/>
            </a:lvl2pPr>
            <a:lvl3pPr marL="1371600" lvl="2" indent="-342900" algn="l">
              <a:lnSpc>
                <a:spcPct val="90000"/>
              </a:lnSpc>
              <a:spcBef>
                <a:spcPts val="1004"/>
              </a:spcBef>
              <a:spcAft>
                <a:spcPts val="0"/>
              </a:spcAft>
              <a:buClr>
                <a:schemeClr val="dk1"/>
              </a:buClr>
              <a:buSzPts val="1800"/>
              <a:buChar char="•"/>
              <a:defRPr/>
            </a:lvl3pPr>
            <a:lvl4pPr marL="1828800" lvl="3" indent="-342900" algn="l">
              <a:lnSpc>
                <a:spcPct val="90000"/>
              </a:lnSpc>
              <a:spcBef>
                <a:spcPts val="1004"/>
              </a:spcBef>
              <a:spcAft>
                <a:spcPts val="0"/>
              </a:spcAft>
              <a:buClr>
                <a:schemeClr val="dk1"/>
              </a:buClr>
              <a:buSzPts val="1800"/>
              <a:buChar char="•"/>
              <a:defRPr/>
            </a:lvl4pPr>
            <a:lvl5pPr marL="2286000" lvl="4" indent="-342900" algn="l">
              <a:lnSpc>
                <a:spcPct val="90000"/>
              </a:lnSpc>
              <a:spcBef>
                <a:spcPts val="1004"/>
              </a:spcBef>
              <a:spcAft>
                <a:spcPts val="0"/>
              </a:spcAft>
              <a:buClr>
                <a:schemeClr val="dk1"/>
              </a:buClr>
              <a:buSzPts val="1800"/>
              <a:buChar char="•"/>
              <a:defRPr/>
            </a:lvl5pPr>
            <a:lvl6pPr marL="2743200" lvl="5" indent="-342900" algn="l">
              <a:lnSpc>
                <a:spcPct val="90000"/>
              </a:lnSpc>
              <a:spcBef>
                <a:spcPts val="1004"/>
              </a:spcBef>
              <a:spcAft>
                <a:spcPts val="0"/>
              </a:spcAft>
              <a:buClr>
                <a:schemeClr val="dk1"/>
              </a:buClr>
              <a:buSzPts val="1800"/>
              <a:buChar char="•"/>
              <a:defRPr/>
            </a:lvl6pPr>
            <a:lvl7pPr marL="3200400" lvl="6" indent="-342900" algn="l">
              <a:lnSpc>
                <a:spcPct val="90000"/>
              </a:lnSpc>
              <a:spcBef>
                <a:spcPts val="1004"/>
              </a:spcBef>
              <a:spcAft>
                <a:spcPts val="0"/>
              </a:spcAft>
              <a:buClr>
                <a:schemeClr val="dk1"/>
              </a:buClr>
              <a:buSzPts val="1800"/>
              <a:buChar char="•"/>
              <a:defRPr/>
            </a:lvl7pPr>
            <a:lvl8pPr marL="3657600" lvl="7" indent="-342900" algn="l">
              <a:lnSpc>
                <a:spcPct val="90000"/>
              </a:lnSpc>
              <a:spcBef>
                <a:spcPts val="1004"/>
              </a:spcBef>
              <a:spcAft>
                <a:spcPts val="0"/>
              </a:spcAft>
              <a:buClr>
                <a:schemeClr val="dk1"/>
              </a:buClr>
              <a:buSzPts val="1800"/>
              <a:buChar char="•"/>
              <a:defRPr/>
            </a:lvl8pPr>
            <a:lvl9pPr marL="4114800" lvl="8" indent="-342900" algn="l">
              <a:lnSpc>
                <a:spcPct val="90000"/>
              </a:lnSpc>
              <a:spcBef>
                <a:spcPts val="1004"/>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1264930" y="1916914"/>
            <a:ext cx="15839123" cy="69592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1264933" y="8826106"/>
            <a:ext cx="7768916" cy="432553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2008"/>
              </a:spcBef>
              <a:spcAft>
                <a:spcPts val="0"/>
              </a:spcAft>
              <a:buClr>
                <a:schemeClr val="dk1"/>
              </a:buClr>
              <a:buSzPts val="4820"/>
              <a:buNone/>
              <a:defRPr sz="4820" b="1"/>
            </a:lvl1pPr>
            <a:lvl2pPr marL="914400" lvl="1" indent="-228600" algn="l">
              <a:lnSpc>
                <a:spcPct val="90000"/>
              </a:lnSpc>
              <a:spcBef>
                <a:spcPts val="1004"/>
              </a:spcBef>
              <a:spcAft>
                <a:spcPts val="0"/>
              </a:spcAft>
              <a:buClr>
                <a:schemeClr val="dk1"/>
              </a:buClr>
              <a:buSzPts val="4017"/>
              <a:buNone/>
              <a:defRPr sz="4016" b="1"/>
            </a:lvl2pPr>
            <a:lvl3pPr marL="1371600" lvl="2" indent="-228600" algn="l">
              <a:lnSpc>
                <a:spcPct val="90000"/>
              </a:lnSpc>
              <a:spcBef>
                <a:spcPts val="1004"/>
              </a:spcBef>
              <a:spcAft>
                <a:spcPts val="0"/>
              </a:spcAft>
              <a:buClr>
                <a:schemeClr val="dk1"/>
              </a:buClr>
              <a:buSzPts val="3615"/>
              <a:buNone/>
              <a:defRPr sz="3615" b="1"/>
            </a:lvl3pPr>
            <a:lvl4pPr marL="1828800" lvl="3" indent="-228600" algn="l">
              <a:lnSpc>
                <a:spcPct val="90000"/>
              </a:lnSpc>
              <a:spcBef>
                <a:spcPts val="1004"/>
              </a:spcBef>
              <a:spcAft>
                <a:spcPts val="0"/>
              </a:spcAft>
              <a:buClr>
                <a:schemeClr val="dk1"/>
              </a:buClr>
              <a:buSzPts val="3213"/>
              <a:buNone/>
              <a:defRPr sz="3213" b="1"/>
            </a:lvl4pPr>
            <a:lvl5pPr marL="2286000" lvl="4" indent="-228600" algn="l">
              <a:lnSpc>
                <a:spcPct val="90000"/>
              </a:lnSpc>
              <a:spcBef>
                <a:spcPts val="1004"/>
              </a:spcBef>
              <a:spcAft>
                <a:spcPts val="0"/>
              </a:spcAft>
              <a:buClr>
                <a:schemeClr val="dk1"/>
              </a:buClr>
              <a:buSzPts val="3213"/>
              <a:buNone/>
              <a:defRPr sz="3213" b="1"/>
            </a:lvl5pPr>
            <a:lvl6pPr marL="2743200" lvl="5" indent="-228600" algn="l">
              <a:lnSpc>
                <a:spcPct val="90000"/>
              </a:lnSpc>
              <a:spcBef>
                <a:spcPts val="1004"/>
              </a:spcBef>
              <a:spcAft>
                <a:spcPts val="0"/>
              </a:spcAft>
              <a:buClr>
                <a:schemeClr val="dk1"/>
              </a:buClr>
              <a:buSzPts val="3213"/>
              <a:buNone/>
              <a:defRPr sz="3213" b="1"/>
            </a:lvl6pPr>
            <a:lvl7pPr marL="3200400" lvl="6" indent="-228600" algn="l">
              <a:lnSpc>
                <a:spcPct val="90000"/>
              </a:lnSpc>
              <a:spcBef>
                <a:spcPts val="1004"/>
              </a:spcBef>
              <a:spcAft>
                <a:spcPts val="0"/>
              </a:spcAft>
              <a:buClr>
                <a:schemeClr val="dk1"/>
              </a:buClr>
              <a:buSzPts val="3213"/>
              <a:buNone/>
              <a:defRPr sz="3213" b="1"/>
            </a:lvl7pPr>
            <a:lvl8pPr marL="3657600" lvl="7" indent="-228600" algn="l">
              <a:lnSpc>
                <a:spcPct val="90000"/>
              </a:lnSpc>
              <a:spcBef>
                <a:spcPts val="1004"/>
              </a:spcBef>
              <a:spcAft>
                <a:spcPts val="0"/>
              </a:spcAft>
              <a:buClr>
                <a:schemeClr val="dk1"/>
              </a:buClr>
              <a:buSzPts val="3213"/>
              <a:buNone/>
              <a:defRPr sz="3213" b="1"/>
            </a:lvl8pPr>
            <a:lvl9pPr marL="4114800" lvl="8" indent="-228600" algn="l">
              <a:lnSpc>
                <a:spcPct val="90000"/>
              </a:lnSpc>
              <a:spcBef>
                <a:spcPts val="1004"/>
              </a:spcBef>
              <a:spcAft>
                <a:spcPts val="0"/>
              </a:spcAft>
              <a:buClr>
                <a:schemeClr val="dk1"/>
              </a:buClr>
              <a:buSzPts val="3213"/>
              <a:buNone/>
              <a:defRPr sz="3213" b="1"/>
            </a:lvl9pPr>
          </a:lstStyle>
          <a:p>
            <a:endParaRPr/>
          </a:p>
        </p:txBody>
      </p:sp>
      <p:sp>
        <p:nvSpPr>
          <p:cNvPr id="39" name="Google Shape;39;p7"/>
          <p:cNvSpPr txBox="1">
            <a:spLocks noGrp="1"/>
          </p:cNvSpPr>
          <p:nvPr>
            <p:ph type="body" idx="2"/>
          </p:nvPr>
        </p:nvSpPr>
        <p:spPr>
          <a:xfrm>
            <a:off x="1264933" y="13151644"/>
            <a:ext cx="7768916" cy="1934408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8"/>
              </a:spcBef>
              <a:spcAft>
                <a:spcPts val="0"/>
              </a:spcAft>
              <a:buClr>
                <a:schemeClr val="dk1"/>
              </a:buClr>
              <a:buSzPts val="1800"/>
              <a:buChar char="•"/>
              <a:defRPr/>
            </a:lvl1pPr>
            <a:lvl2pPr marL="914400" lvl="1" indent="-342900" algn="l">
              <a:lnSpc>
                <a:spcPct val="90000"/>
              </a:lnSpc>
              <a:spcBef>
                <a:spcPts val="1004"/>
              </a:spcBef>
              <a:spcAft>
                <a:spcPts val="0"/>
              </a:spcAft>
              <a:buClr>
                <a:schemeClr val="dk1"/>
              </a:buClr>
              <a:buSzPts val="1800"/>
              <a:buChar char="•"/>
              <a:defRPr/>
            </a:lvl2pPr>
            <a:lvl3pPr marL="1371600" lvl="2" indent="-342900" algn="l">
              <a:lnSpc>
                <a:spcPct val="90000"/>
              </a:lnSpc>
              <a:spcBef>
                <a:spcPts val="1004"/>
              </a:spcBef>
              <a:spcAft>
                <a:spcPts val="0"/>
              </a:spcAft>
              <a:buClr>
                <a:schemeClr val="dk1"/>
              </a:buClr>
              <a:buSzPts val="1800"/>
              <a:buChar char="•"/>
              <a:defRPr/>
            </a:lvl3pPr>
            <a:lvl4pPr marL="1828800" lvl="3" indent="-342900" algn="l">
              <a:lnSpc>
                <a:spcPct val="90000"/>
              </a:lnSpc>
              <a:spcBef>
                <a:spcPts val="1004"/>
              </a:spcBef>
              <a:spcAft>
                <a:spcPts val="0"/>
              </a:spcAft>
              <a:buClr>
                <a:schemeClr val="dk1"/>
              </a:buClr>
              <a:buSzPts val="1800"/>
              <a:buChar char="•"/>
              <a:defRPr/>
            </a:lvl4pPr>
            <a:lvl5pPr marL="2286000" lvl="4" indent="-342900" algn="l">
              <a:lnSpc>
                <a:spcPct val="90000"/>
              </a:lnSpc>
              <a:spcBef>
                <a:spcPts val="1004"/>
              </a:spcBef>
              <a:spcAft>
                <a:spcPts val="0"/>
              </a:spcAft>
              <a:buClr>
                <a:schemeClr val="dk1"/>
              </a:buClr>
              <a:buSzPts val="1800"/>
              <a:buChar char="•"/>
              <a:defRPr/>
            </a:lvl5pPr>
            <a:lvl6pPr marL="2743200" lvl="5" indent="-342900" algn="l">
              <a:lnSpc>
                <a:spcPct val="90000"/>
              </a:lnSpc>
              <a:spcBef>
                <a:spcPts val="1004"/>
              </a:spcBef>
              <a:spcAft>
                <a:spcPts val="0"/>
              </a:spcAft>
              <a:buClr>
                <a:schemeClr val="dk1"/>
              </a:buClr>
              <a:buSzPts val="1800"/>
              <a:buChar char="•"/>
              <a:defRPr/>
            </a:lvl6pPr>
            <a:lvl7pPr marL="3200400" lvl="6" indent="-342900" algn="l">
              <a:lnSpc>
                <a:spcPct val="90000"/>
              </a:lnSpc>
              <a:spcBef>
                <a:spcPts val="1004"/>
              </a:spcBef>
              <a:spcAft>
                <a:spcPts val="0"/>
              </a:spcAft>
              <a:buClr>
                <a:schemeClr val="dk1"/>
              </a:buClr>
              <a:buSzPts val="1800"/>
              <a:buChar char="•"/>
              <a:defRPr/>
            </a:lvl7pPr>
            <a:lvl8pPr marL="3657600" lvl="7" indent="-342900" algn="l">
              <a:lnSpc>
                <a:spcPct val="90000"/>
              </a:lnSpc>
              <a:spcBef>
                <a:spcPts val="1004"/>
              </a:spcBef>
              <a:spcAft>
                <a:spcPts val="0"/>
              </a:spcAft>
              <a:buClr>
                <a:schemeClr val="dk1"/>
              </a:buClr>
              <a:buSzPts val="1800"/>
              <a:buChar char="•"/>
              <a:defRPr/>
            </a:lvl8pPr>
            <a:lvl9pPr marL="4114800" lvl="8" indent="-342900" algn="l">
              <a:lnSpc>
                <a:spcPct val="90000"/>
              </a:lnSpc>
              <a:spcBef>
                <a:spcPts val="1004"/>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9296877" y="8826106"/>
            <a:ext cx="7807177" cy="432553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2008"/>
              </a:spcBef>
              <a:spcAft>
                <a:spcPts val="0"/>
              </a:spcAft>
              <a:buClr>
                <a:schemeClr val="dk1"/>
              </a:buClr>
              <a:buSzPts val="4820"/>
              <a:buNone/>
              <a:defRPr sz="4820" b="1"/>
            </a:lvl1pPr>
            <a:lvl2pPr marL="914400" lvl="1" indent="-228600" algn="l">
              <a:lnSpc>
                <a:spcPct val="90000"/>
              </a:lnSpc>
              <a:spcBef>
                <a:spcPts val="1004"/>
              </a:spcBef>
              <a:spcAft>
                <a:spcPts val="0"/>
              </a:spcAft>
              <a:buClr>
                <a:schemeClr val="dk1"/>
              </a:buClr>
              <a:buSzPts val="4017"/>
              <a:buNone/>
              <a:defRPr sz="4016" b="1"/>
            </a:lvl2pPr>
            <a:lvl3pPr marL="1371600" lvl="2" indent="-228600" algn="l">
              <a:lnSpc>
                <a:spcPct val="90000"/>
              </a:lnSpc>
              <a:spcBef>
                <a:spcPts val="1004"/>
              </a:spcBef>
              <a:spcAft>
                <a:spcPts val="0"/>
              </a:spcAft>
              <a:buClr>
                <a:schemeClr val="dk1"/>
              </a:buClr>
              <a:buSzPts val="3615"/>
              <a:buNone/>
              <a:defRPr sz="3615" b="1"/>
            </a:lvl3pPr>
            <a:lvl4pPr marL="1828800" lvl="3" indent="-228600" algn="l">
              <a:lnSpc>
                <a:spcPct val="90000"/>
              </a:lnSpc>
              <a:spcBef>
                <a:spcPts val="1004"/>
              </a:spcBef>
              <a:spcAft>
                <a:spcPts val="0"/>
              </a:spcAft>
              <a:buClr>
                <a:schemeClr val="dk1"/>
              </a:buClr>
              <a:buSzPts val="3213"/>
              <a:buNone/>
              <a:defRPr sz="3213" b="1"/>
            </a:lvl4pPr>
            <a:lvl5pPr marL="2286000" lvl="4" indent="-228600" algn="l">
              <a:lnSpc>
                <a:spcPct val="90000"/>
              </a:lnSpc>
              <a:spcBef>
                <a:spcPts val="1004"/>
              </a:spcBef>
              <a:spcAft>
                <a:spcPts val="0"/>
              </a:spcAft>
              <a:buClr>
                <a:schemeClr val="dk1"/>
              </a:buClr>
              <a:buSzPts val="3213"/>
              <a:buNone/>
              <a:defRPr sz="3213" b="1"/>
            </a:lvl5pPr>
            <a:lvl6pPr marL="2743200" lvl="5" indent="-228600" algn="l">
              <a:lnSpc>
                <a:spcPct val="90000"/>
              </a:lnSpc>
              <a:spcBef>
                <a:spcPts val="1004"/>
              </a:spcBef>
              <a:spcAft>
                <a:spcPts val="0"/>
              </a:spcAft>
              <a:buClr>
                <a:schemeClr val="dk1"/>
              </a:buClr>
              <a:buSzPts val="3213"/>
              <a:buNone/>
              <a:defRPr sz="3213" b="1"/>
            </a:lvl6pPr>
            <a:lvl7pPr marL="3200400" lvl="6" indent="-228600" algn="l">
              <a:lnSpc>
                <a:spcPct val="90000"/>
              </a:lnSpc>
              <a:spcBef>
                <a:spcPts val="1004"/>
              </a:spcBef>
              <a:spcAft>
                <a:spcPts val="0"/>
              </a:spcAft>
              <a:buClr>
                <a:schemeClr val="dk1"/>
              </a:buClr>
              <a:buSzPts val="3213"/>
              <a:buNone/>
              <a:defRPr sz="3213" b="1"/>
            </a:lvl7pPr>
            <a:lvl8pPr marL="3657600" lvl="7" indent="-228600" algn="l">
              <a:lnSpc>
                <a:spcPct val="90000"/>
              </a:lnSpc>
              <a:spcBef>
                <a:spcPts val="1004"/>
              </a:spcBef>
              <a:spcAft>
                <a:spcPts val="0"/>
              </a:spcAft>
              <a:buClr>
                <a:schemeClr val="dk1"/>
              </a:buClr>
              <a:buSzPts val="3213"/>
              <a:buNone/>
              <a:defRPr sz="3213" b="1"/>
            </a:lvl8pPr>
            <a:lvl9pPr marL="4114800" lvl="8" indent="-228600" algn="l">
              <a:lnSpc>
                <a:spcPct val="90000"/>
              </a:lnSpc>
              <a:spcBef>
                <a:spcPts val="1004"/>
              </a:spcBef>
              <a:spcAft>
                <a:spcPts val="0"/>
              </a:spcAft>
              <a:buClr>
                <a:schemeClr val="dk1"/>
              </a:buClr>
              <a:buSzPts val="3213"/>
              <a:buNone/>
              <a:defRPr sz="3213" b="1"/>
            </a:lvl9pPr>
          </a:lstStyle>
          <a:p>
            <a:endParaRPr/>
          </a:p>
        </p:txBody>
      </p:sp>
      <p:sp>
        <p:nvSpPr>
          <p:cNvPr id="41" name="Google Shape;41;p7"/>
          <p:cNvSpPr txBox="1">
            <a:spLocks noGrp="1"/>
          </p:cNvSpPr>
          <p:nvPr>
            <p:ph type="body" idx="4"/>
          </p:nvPr>
        </p:nvSpPr>
        <p:spPr>
          <a:xfrm>
            <a:off x="9296877" y="13151644"/>
            <a:ext cx="7807177" cy="1934408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8"/>
              </a:spcBef>
              <a:spcAft>
                <a:spcPts val="0"/>
              </a:spcAft>
              <a:buClr>
                <a:schemeClr val="dk1"/>
              </a:buClr>
              <a:buSzPts val="1800"/>
              <a:buChar char="•"/>
              <a:defRPr/>
            </a:lvl1pPr>
            <a:lvl2pPr marL="914400" lvl="1" indent="-342900" algn="l">
              <a:lnSpc>
                <a:spcPct val="90000"/>
              </a:lnSpc>
              <a:spcBef>
                <a:spcPts val="1004"/>
              </a:spcBef>
              <a:spcAft>
                <a:spcPts val="0"/>
              </a:spcAft>
              <a:buClr>
                <a:schemeClr val="dk1"/>
              </a:buClr>
              <a:buSzPts val="1800"/>
              <a:buChar char="•"/>
              <a:defRPr/>
            </a:lvl2pPr>
            <a:lvl3pPr marL="1371600" lvl="2" indent="-342900" algn="l">
              <a:lnSpc>
                <a:spcPct val="90000"/>
              </a:lnSpc>
              <a:spcBef>
                <a:spcPts val="1004"/>
              </a:spcBef>
              <a:spcAft>
                <a:spcPts val="0"/>
              </a:spcAft>
              <a:buClr>
                <a:schemeClr val="dk1"/>
              </a:buClr>
              <a:buSzPts val="1800"/>
              <a:buChar char="•"/>
              <a:defRPr/>
            </a:lvl3pPr>
            <a:lvl4pPr marL="1828800" lvl="3" indent="-342900" algn="l">
              <a:lnSpc>
                <a:spcPct val="90000"/>
              </a:lnSpc>
              <a:spcBef>
                <a:spcPts val="1004"/>
              </a:spcBef>
              <a:spcAft>
                <a:spcPts val="0"/>
              </a:spcAft>
              <a:buClr>
                <a:schemeClr val="dk1"/>
              </a:buClr>
              <a:buSzPts val="1800"/>
              <a:buChar char="•"/>
              <a:defRPr/>
            </a:lvl4pPr>
            <a:lvl5pPr marL="2286000" lvl="4" indent="-342900" algn="l">
              <a:lnSpc>
                <a:spcPct val="90000"/>
              </a:lnSpc>
              <a:spcBef>
                <a:spcPts val="1004"/>
              </a:spcBef>
              <a:spcAft>
                <a:spcPts val="0"/>
              </a:spcAft>
              <a:buClr>
                <a:schemeClr val="dk1"/>
              </a:buClr>
              <a:buSzPts val="1800"/>
              <a:buChar char="•"/>
              <a:defRPr/>
            </a:lvl5pPr>
            <a:lvl6pPr marL="2743200" lvl="5" indent="-342900" algn="l">
              <a:lnSpc>
                <a:spcPct val="90000"/>
              </a:lnSpc>
              <a:spcBef>
                <a:spcPts val="1004"/>
              </a:spcBef>
              <a:spcAft>
                <a:spcPts val="0"/>
              </a:spcAft>
              <a:buClr>
                <a:schemeClr val="dk1"/>
              </a:buClr>
              <a:buSzPts val="1800"/>
              <a:buChar char="•"/>
              <a:defRPr/>
            </a:lvl6pPr>
            <a:lvl7pPr marL="3200400" lvl="6" indent="-342900" algn="l">
              <a:lnSpc>
                <a:spcPct val="90000"/>
              </a:lnSpc>
              <a:spcBef>
                <a:spcPts val="1004"/>
              </a:spcBef>
              <a:spcAft>
                <a:spcPts val="0"/>
              </a:spcAft>
              <a:buClr>
                <a:schemeClr val="dk1"/>
              </a:buClr>
              <a:buSzPts val="1800"/>
              <a:buChar char="•"/>
              <a:defRPr/>
            </a:lvl7pPr>
            <a:lvl8pPr marL="3657600" lvl="7" indent="-342900" algn="l">
              <a:lnSpc>
                <a:spcPct val="90000"/>
              </a:lnSpc>
              <a:spcBef>
                <a:spcPts val="1004"/>
              </a:spcBef>
              <a:spcAft>
                <a:spcPts val="0"/>
              </a:spcAft>
              <a:buClr>
                <a:schemeClr val="dk1"/>
              </a:buClr>
              <a:buSzPts val="1800"/>
              <a:buChar char="•"/>
              <a:defRPr/>
            </a:lvl8pPr>
            <a:lvl9pPr marL="4114800" lvl="8" indent="-342900" algn="l">
              <a:lnSpc>
                <a:spcPct val="90000"/>
              </a:lnSpc>
              <a:spcBef>
                <a:spcPts val="1004"/>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1262539" y="1916914"/>
            <a:ext cx="15839123" cy="69592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1264931" y="2400300"/>
            <a:ext cx="5922932" cy="84010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427"/>
              <a:buFont typeface="Calibri"/>
              <a:buNone/>
              <a:defRPr sz="6426"/>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7807177" y="5183989"/>
            <a:ext cx="9296876" cy="25586531"/>
          </a:xfrm>
          <a:prstGeom prst="rect">
            <a:avLst/>
          </a:prstGeom>
          <a:noFill/>
          <a:ln>
            <a:noFill/>
          </a:ln>
        </p:spPr>
        <p:txBody>
          <a:bodyPr spcFirstLastPara="1" wrap="square" lIns="91425" tIns="45700" rIns="91425" bIns="45700" anchor="t" anchorCtr="0">
            <a:normAutofit/>
          </a:bodyPr>
          <a:lstStyle>
            <a:lvl1pPr marL="457200" lvl="0" indent="-636714" algn="l">
              <a:lnSpc>
                <a:spcPct val="90000"/>
              </a:lnSpc>
              <a:spcBef>
                <a:spcPts val="2008"/>
              </a:spcBef>
              <a:spcAft>
                <a:spcPts val="0"/>
              </a:spcAft>
              <a:buClr>
                <a:schemeClr val="dk1"/>
              </a:buClr>
              <a:buSzPts val="6427"/>
              <a:buChar char="•"/>
              <a:defRPr sz="6426"/>
            </a:lvl1pPr>
            <a:lvl2pPr marL="914400" lvl="1" indent="-585660" algn="l">
              <a:lnSpc>
                <a:spcPct val="90000"/>
              </a:lnSpc>
              <a:spcBef>
                <a:spcPts val="1004"/>
              </a:spcBef>
              <a:spcAft>
                <a:spcPts val="0"/>
              </a:spcAft>
              <a:buClr>
                <a:schemeClr val="dk1"/>
              </a:buClr>
              <a:buSzPts val="5623"/>
              <a:buChar char="•"/>
              <a:defRPr sz="5623"/>
            </a:lvl2pPr>
            <a:lvl3pPr marL="1371600" lvl="2" indent="-534670" algn="l">
              <a:lnSpc>
                <a:spcPct val="90000"/>
              </a:lnSpc>
              <a:spcBef>
                <a:spcPts val="1004"/>
              </a:spcBef>
              <a:spcAft>
                <a:spcPts val="0"/>
              </a:spcAft>
              <a:buClr>
                <a:schemeClr val="dk1"/>
              </a:buClr>
              <a:buSzPts val="4820"/>
              <a:buChar char="•"/>
              <a:defRPr sz="4820"/>
            </a:lvl3pPr>
            <a:lvl4pPr marL="1828800" lvl="3" indent="-483679" algn="l">
              <a:lnSpc>
                <a:spcPct val="90000"/>
              </a:lnSpc>
              <a:spcBef>
                <a:spcPts val="1004"/>
              </a:spcBef>
              <a:spcAft>
                <a:spcPts val="0"/>
              </a:spcAft>
              <a:buClr>
                <a:schemeClr val="dk1"/>
              </a:buClr>
              <a:buSzPts val="4017"/>
              <a:buChar char="•"/>
              <a:defRPr sz="4016"/>
            </a:lvl4pPr>
            <a:lvl5pPr marL="2286000" lvl="4" indent="-483679" algn="l">
              <a:lnSpc>
                <a:spcPct val="90000"/>
              </a:lnSpc>
              <a:spcBef>
                <a:spcPts val="1004"/>
              </a:spcBef>
              <a:spcAft>
                <a:spcPts val="0"/>
              </a:spcAft>
              <a:buClr>
                <a:schemeClr val="dk1"/>
              </a:buClr>
              <a:buSzPts val="4017"/>
              <a:buChar char="•"/>
              <a:defRPr sz="4016"/>
            </a:lvl5pPr>
            <a:lvl6pPr marL="2743200" lvl="5" indent="-483679" algn="l">
              <a:lnSpc>
                <a:spcPct val="90000"/>
              </a:lnSpc>
              <a:spcBef>
                <a:spcPts val="1004"/>
              </a:spcBef>
              <a:spcAft>
                <a:spcPts val="0"/>
              </a:spcAft>
              <a:buClr>
                <a:schemeClr val="dk1"/>
              </a:buClr>
              <a:buSzPts val="4017"/>
              <a:buChar char="•"/>
              <a:defRPr sz="4016"/>
            </a:lvl6pPr>
            <a:lvl7pPr marL="3200400" lvl="6" indent="-483679" algn="l">
              <a:lnSpc>
                <a:spcPct val="90000"/>
              </a:lnSpc>
              <a:spcBef>
                <a:spcPts val="1004"/>
              </a:spcBef>
              <a:spcAft>
                <a:spcPts val="0"/>
              </a:spcAft>
              <a:buClr>
                <a:schemeClr val="dk1"/>
              </a:buClr>
              <a:buSzPts val="4017"/>
              <a:buChar char="•"/>
              <a:defRPr sz="4016"/>
            </a:lvl7pPr>
            <a:lvl8pPr marL="3657600" lvl="7" indent="-483679" algn="l">
              <a:lnSpc>
                <a:spcPct val="90000"/>
              </a:lnSpc>
              <a:spcBef>
                <a:spcPts val="1004"/>
              </a:spcBef>
              <a:spcAft>
                <a:spcPts val="0"/>
              </a:spcAft>
              <a:buClr>
                <a:schemeClr val="dk1"/>
              </a:buClr>
              <a:buSzPts val="4017"/>
              <a:buChar char="•"/>
              <a:defRPr sz="4016"/>
            </a:lvl8pPr>
            <a:lvl9pPr marL="4114800" lvl="8" indent="-483679" algn="l">
              <a:lnSpc>
                <a:spcPct val="90000"/>
              </a:lnSpc>
              <a:spcBef>
                <a:spcPts val="1004"/>
              </a:spcBef>
              <a:spcAft>
                <a:spcPts val="0"/>
              </a:spcAft>
              <a:buClr>
                <a:schemeClr val="dk1"/>
              </a:buClr>
              <a:buSzPts val="4017"/>
              <a:buChar char="•"/>
              <a:defRPr sz="4016"/>
            </a:lvl9pPr>
          </a:lstStyle>
          <a:p>
            <a:endParaRPr/>
          </a:p>
        </p:txBody>
      </p:sp>
      <p:sp>
        <p:nvSpPr>
          <p:cNvPr id="57" name="Google Shape;57;p10"/>
          <p:cNvSpPr txBox="1">
            <a:spLocks noGrp="1"/>
          </p:cNvSpPr>
          <p:nvPr>
            <p:ph type="body" idx="2"/>
          </p:nvPr>
        </p:nvSpPr>
        <p:spPr>
          <a:xfrm>
            <a:off x="1264931" y="10801350"/>
            <a:ext cx="5922932" cy="2001083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8"/>
              </a:spcBef>
              <a:spcAft>
                <a:spcPts val="0"/>
              </a:spcAft>
              <a:buClr>
                <a:schemeClr val="dk1"/>
              </a:buClr>
              <a:buSzPts val="3213"/>
              <a:buNone/>
              <a:defRPr sz="3213"/>
            </a:lvl1pPr>
            <a:lvl2pPr marL="914400" lvl="1" indent="-228600" algn="l">
              <a:lnSpc>
                <a:spcPct val="90000"/>
              </a:lnSpc>
              <a:spcBef>
                <a:spcPts val="1004"/>
              </a:spcBef>
              <a:spcAft>
                <a:spcPts val="0"/>
              </a:spcAft>
              <a:buClr>
                <a:schemeClr val="dk1"/>
              </a:buClr>
              <a:buSzPts val="2812"/>
              <a:buNone/>
              <a:defRPr sz="2812"/>
            </a:lvl2pPr>
            <a:lvl3pPr marL="1371600" lvl="2" indent="-228600" algn="l">
              <a:lnSpc>
                <a:spcPct val="90000"/>
              </a:lnSpc>
              <a:spcBef>
                <a:spcPts val="1004"/>
              </a:spcBef>
              <a:spcAft>
                <a:spcPts val="0"/>
              </a:spcAft>
              <a:buClr>
                <a:schemeClr val="dk1"/>
              </a:buClr>
              <a:buSzPts val="2410"/>
              <a:buNone/>
              <a:defRPr sz="2410"/>
            </a:lvl3pPr>
            <a:lvl4pPr marL="1828800" lvl="3" indent="-228600" algn="l">
              <a:lnSpc>
                <a:spcPct val="90000"/>
              </a:lnSpc>
              <a:spcBef>
                <a:spcPts val="1004"/>
              </a:spcBef>
              <a:spcAft>
                <a:spcPts val="0"/>
              </a:spcAft>
              <a:buClr>
                <a:schemeClr val="dk1"/>
              </a:buClr>
              <a:buSzPts val="2008"/>
              <a:buNone/>
              <a:defRPr sz="2008"/>
            </a:lvl4pPr>
            <a:lvl5pPr marL="2286000" lvl="4" indent="-228600" algn="l">
              <a:lnSpc>
                <a:spcPct val="90000"/>
              </a:lnSpc>
              <a:spcBef>
                <a:spcPts val="1004"/>
              </a:spcBef>
              <a:spcAft>
                <a:spcPts val="0"/>
              </a:spcAft>
              <a:buClr>
                <a:schemeClr val="dk1"/>
              </a:buClr>
              <a:buSzPts val="2008"/>
              <a:buNone/>
              <a:defRPr sz="2008"/>
            </a:lvl5pPr>
            <a:lvl6pPr marL="2743200" lvl="5" indent="-228600" algn="l">
              <a:lnSpc>
                <a:spcPct val="90000"/>
              </a:lnSpc>
              <a:spcBef>
                <a:spcPts val="1004"/>
              </a:spcBef>
              <a:spcAft>
                <a:spcPts val="0"/>
              </a:spcAft>
              <a:buClr>
                <a:schemeClr val="dk1"/>
              </a:buClr>
              <a:buSzPts val="2008"/>
              <a:buNone/>
              <a:defRPr sz="2008"/>
            </a:lvl6pPr>
            <a:lvl7pPr marL="3200400" lvl="6" indent="-228600" algn="l">
              <a:lnSpc>
                <a:spcPct val="90000"/>
              </a:lnSpc>
              <a:spcBef>
                <a:spcPts val="1004"/>
              </a:spcBef>
              <a:spcAft>
                <a:spcPts val="0"/>
              </a:spcAft>
              <a:buClr>
                <a:schemeClr val="dk1"/>
              </a:buClr>
              <a:buSzPts val="2008"/>
              <a:buNone/>
              <a:defRPr sz="2008"/>
            </a:lvl7pPr>
            <a:lvl8pPr marL="3657600" lvl="7" indent="-228600" algn="l">
              <a:lnSpc>
                <a:spcPct val="90000"/>
              </a:lnSpc>
              <a:spcBef>
                <a:spcPts val="1004"/>
              </a:spcBef>
              <a:spcAft>
                <a:spcPts val="0"/>
              </a:spcAft>
              <a:buClr>
                <a:schemeClr val="dk1"/>
              </a:buClr>
              <a:buSzPts val="2008"/>
              <a:buNone/>
              <a:defRPr sz="2008"/>
            </a:lvl8pPr>
            <a:lvl9pPr marL="4114800" lvl="8" indent="-228600" algn="l">
              <a:lnSpc>
                <a:spcPct val="90000"/>
              </a:lnSpc>
              <a:spcBef>
                <a:spcPts val="1004"/>
              </a:spcBef>
              <a:spcAft>
                <a:spcPts val="0"/>
              </a:spcAft>
              <a:buClr>
                <a:schemeClr val="dk1"/>
              </a:buClr>
              <a:buSzPts val="2008"/>
              <a:buNone/>
              <a:defRPr sz="2008"/>
            </a:lvl9pPr>
          </a:lstStyle>
          <a:p>
            <a:endParaRPr/>
          </a:p>
        </p:txBody>
      </p:sp>
      <p:sp>
        <p:nvSpPr>
          <p:cNvPr id="58" name="Google Shape;58;p10"/>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1264931" y="2400300"/>
            <a:ext cx="5922932" cy="84010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427"/>
              <a:buFont typeface="Calibri"/>
              <a:buNone/>
              <a:defRPr sz="6426"/>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7807177" y="5183989"/>
            <a:ext cx="9296876" cy="25586531"/>
          </a:xfrm>
          <a:prstGeom prst="rect">
            <a:avLst/>
          </a:prstGeom>
          <a:noFill/>
          <a:ln>
            <a:noFill/>
          </a:ln>
        </p:spPr>
      </p:sp>
      <p:sp>
        <p:nvSpPr>
          <p:cNvPr id="64" name="Google Shape;64;p11"/>
          <p:cNvSpPr txBox="1">
            <a:spLocks noGrp="1"/>
          </p:cNvSpPr>
          <p:nvPr>
            <p:ph type="body" idx="1"/>
          </p:nvPr>
        </p:nvSpPr>
        <p:spPr>
          <a:xfrm>
            <a:off x="1264931" y="10801350"/>
            <a:ext cx="5922932" cy="2001083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8"/>
              </a:spcBef>
              <a:spcAft>
                <a:spcPts val="0"/>
              </a:spcAft>
              <a:buClr>
                <a:schemeClr val="dk1"/>
              </a:buClr>
              <a:buSzPts val="3213"/>
              <a:buNone/>
              <a:defRPr sz="3213"/>
            </a:lvl1pPr>
            <a:lvl2pPr marL="914400" lvl="1" indent="-228600" algn="l">
              <a:lnSpc>
                <a:spcPct val="90000"/>
              </a:lnSpc>
              <a:spcBef>
                <a:spcPts val="1004"/>
              </a:spcBef>
              <a:spcAft>
                <a:spcPts val="0"/>
              </a:spcAft>
              <a:buClr>
                <a:schemeClr val="dk1"/>
              </a:buClr>
              <a:buSzPts val="2812"/>
              <a:buNone/>
              <a:defRPr sz="2812"/>
            </a:lvl2pPr>
            <a:lvl3pPr marL="1371600" lvl="2" indent="-228600" algn="l">
              <a:lnSpc>
                <a:spcPct val="90000"/>
              </a:lnSpc>
              <a:spcBef>
                <a:spcPts val="1004"/>
              </a:spcBef>
              <a:spcAft>
                <a:spcPts val="0"/>
              </a:spcAft>
              <a:buClr>
                <a:schemeClr val="dk1"/>
              </a:buClr>
              <a:buSzPts val="2410"/>
              <a:buNone/>
              <a:defRPr sz="2410"/>
            </a:lvl3pPr>
            <a:lvl4pPr marL="1828800" lvl="3" indent="-228600" algn="l">
              <a:lnSpc>
                <a:spcPct val="90000"/>
              </a:lnSpc>
              <a:spcBef>
                <a:spcPts val="1004"/>
              </a:spcBef>
              <a:spcAft>
                <a:spcPts val="0"/>
              </a:spcAft>
              <a:buClr>
                <a:schemeClr val="dk1"/>
              </a:buClr>
              <a:buSzPts val="2008"/>
              <a:buNone/>
              <a:defRPr sz="2008"/>
            </a:lvl4pPr>
            <a:lvl5pPr marL="2286000" lvl="4" indent="-228600" algn="l">
              <a:lnSpc>
                <a:spcPct val="90000"/>
              </a:lnSpc>
              <a:spcBef>
                <a:spcPts val="1004"/>
              </a:spcBef>
              <a:spcAft>
                <a:spcPts val="0"/>
              </a:spcAft>
              <a:buClr>
                <a:schemeClr val="dk1"/>
              </a:buClr>
              <a:buSzPts val="2008"/>
              <a:buNone/>
              <a:defRPr sz="2008"/>
            </a:lvl5pPr>
            <a:lvl6pPr marL="2743200" lvl="5" indent="-228600" algn="l">
              <a:lnSpc>
                <a:spcPct val="90000"/>
              </a:lnSpc>
              <a:spcBef>
                <a:spcPts val="1004"/>
              </a:spcBef>
              <a:spcAft>
                <a:spcPts val="0"/>
              </a:spcAft>
              <a:buClr>
                <a:schemeClr val="dk1"/>
              </a:buClr>
              <a:buSzPts val="2008"/>
              <a:buNone/>
              <a:defRPr sz="2008"/>
            </a:lvl6pPr>
            <a:lvl7pPr marL="3200400" lvl="6" indent="-228600" algn="l">
              <a:lnSpc>
                <a:spcPct val="90000"/>
              </a:lnSpc>
              <a:spcBef>
                <a:spcPts val="1004"/>
              </a:spcBef>
              <a:spcAft>
                <a:spcPts val="0"/>
              </a:spcAft>
              <a:buClr>
                <a:schemeClr val="dk1"/>
              </a:buClr>
              <a:buSzPts val="2008"/>
              <a:buNone/>
              <a:defRPr sz="2008"/>
            </a:lvl7pPr>
            <a:lvl8pPr marL="3657600" lvl="7" indent="-228600" algn="l">
              <a:lnSpc>
                <a:spcPct val="90000"/>
              </a:lnSpc>
              <a:spcBef>
                <a:spcPts val="1004"/>
              </a:spcBef>
              <a:spcAft>
                <a:spcPts val="0"/>
              </a:spcAft>
              <a:buClr>
                <a:schemeClr val="dk1"/>
              </a:buClr>
              <a:buSzPts val="2008"/>
              <a:buNone/>
              <a:defRPr sz="2008"/>
            </a:lvl8pPr>
            <a:lvl9pPr marL="4114800" lvl="8" indent="-228600" algn="l">
              <a:lnSpc>
                <a:spcPct val="90000"/>
              </a:lnSpc>
              <a:spcBef>
                <a:spcPts val="1004"/>
              </a:spcBef>
              <a:spcAft>
                <a:spcPts val="0"/>
              </a:spcAft>
              <a:buClr>
                <a:schemeClr val="dk1"/>
              </a:buClr>
              <a:buSzPts val="2008"/>
              <a:buNone/>
              <a:defRPr sz="2008"/>
            </a:lvl9pPr>
          </a:lstStyle>
          <a:p>
            <a:endParaRPr/>
          </a:p>
        </p:txBody>
      </p:sp>
      <p:sp>
        <p:nvSpPr>
          <p:cNvPr id="65" name="Google Shape;65;p11"/>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1262539" y="1916914"/>
            <a:ext cx="15839123" cy="69592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2240162" y="13087232"/>
            <a:ext cx="22844525" cy="158391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8"/>
              </a:spcBef>
              <a:spcAft>
                <a:spcPts val="0"/>
              </a:spcAft>
              <a:buClr>
                <a:schemeClr val="dk1"/>
              </a:buClr>
              <a:buSzPts val="1800"/>
              <a:buChar char="•"/>
              <a:defRPr/>
            </a:lvl1pPr>
            <a:lvl2pPr marL="914400" lvl="1" indent="-342900" algn="l">
              <a:lnSpc>
                <a:spcPct val="90000"/>
              </a:lnSpc>
              <a:spcBef>
                <a:spcPts val="1004"/>
              </a:spcBef>
              <a:spcAft>
                <a:spcPts val="0"/>
              </a:spcAft>
              <a:buClr>
                <a:schemeClr val="dk1"/>
              </a:buClr>
              <a:buSzPts val="1800"/>
              <a:buChar char="•"/>
              <a:defRPr/>
            </a:lvl2pPr>
            <a:lvl3pPr marL="1371600" lvl="2" indent="-342900" algn="l">
              <a:lnSpc>
                <a:spcPct val="90000"/>
              </a:lnSpc>
              <a:spcBef>
                <a:spcPts val="1004"/>
              </a:spcBef>
              <a:spcAft>
                <a:spcPts val="0"/>
              </a:spcAft>
              <a:buClr>
                <a:schemeClr val="dk1"/>
              </a:buClr>
              <a:buSzPts val="1800"/>
              <a:buChar char="•"/>
              <a:defRPr/>
            </a:lvl3pPr>
            <a:lvl4pPr marL="1828800" lvl="3" indent="-342900" algn="l">
              <a:lnSpc>
                <a:spcPct val="90000"/>
              </a:lnSpc>
              <a:spcBef>
                <a:spcPts val="1004"/>
              </a:spcBef>
              <a:spcAft>
                <a:spcPts val="0"/>
              </a:spcAft>
              <a:buClr>
                <a:schemeClr val="dk1"/>
              </a:buClr>
              <a:buSzPts val="1800"/>
              <a:buChar char="•"/>
              <a:defRPr/>
            </a:lvl4pPr>
            <a:lvl5pPr marL="2286000" lvl="4" indent="-342900" algn="l">
              <a:lnSpc>
                <a:spcPct val="90000"/>
              </a:lnSpc>
              <a:spcBef>
                <a:spcPts val="1004"/>
              </a:spcBef>
              <a:spcAft>
                <a:spcPts val="0"/>
              </a:spcAft>
              <a:buClr>
                <a:schemeClr val="dk1"/>
              </a:buClr>
              <a:buSzPts val="1800"/>
              <a:buChar char="•"/>
              <a:defRPr/>
            </a:lvl5pPr>
            <a:lvl6pPr marL="2743200" lvl="5" indent="-342900" algn="l">
              <a:lnSpc>
                <a:spcPct val="90000"/>
              </a:lnSpc>
              <a:spcBef>
                <a:spcPts val="1004"/>
              </a:spcBef>
              <a:spcAft>
                <a:spcPts val="0"/>
              </a:spcAft>
              <a:buClr>
                <a:schemeClr val="dk1"/>
              </a:buClr>
              <a:buSzPts val="1800"/>
              <a:buChar char="•"/>
              <a:defRPr/>
            </a:lvl6pPr>
            <a:lvl7pPr marL="3200400" lvl="6" indent="-342900" algn="l">
              <a:lnSpc>
                <a:spcPct val="90000"/>
              </a:lnSpc>
              <a:spcBef>
                <a:spcPts val="1004"/>
              </a:spcBef>
              <a:spcAft>
                <a:spcPts val="0"/>
              </a:spcAft>
              <a:buClr>
                <a:schemeClr val="dk1"/>
              </a:buClr>
              <a:buSzPts val="1800"/>
              <a:buChar char="•"/>
              <a:defRPr/>
            </a:lvl7pPr>
            <a:lvl8pPr marL="3657600" lvl="7" indent="-342900" algn="l">
              <a:lnSpc>
                <a:spcPct val="90000"/>
              </a:lnSpc>
              <a:spcBef>
                <a:spcPts val="1004"/>
              </a:spcBef>
              <a:spcAft>
                <a:spcPts val="0"/>
              </a:spcAft>
              <a:buClr>
                <a:schemeClr val="dk1"/>
              </a:buClr>
              <a:buSzPts val="1800"/>
              <a:buChar char="•"/>
              <a:defRPr/>
            </a:lvl8pPr>
            <a:lvl9pPr marL="4114800" lvl="8" indent="-342900" algn="l">
              <a:lnSpc>
                <a:spcPct val="90000"/>
              </a:lnSpc>
              <a:spcBef>
                <a:spcPts val="1004"/>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134304" y="15193091"/>
            <a:ext cx="30512150" cy="395978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8168640" y="11348086"/>
            <a:ext cx="30512150" cy="1164978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8"/>
              </a:spcBef>
              <a:spcAft>
                <a:spcPts val="0"/>
              </a:spcAft>
              <a:buClr>
                <a:schemeClr val="dk1"/>
              </a:buClr>
              <a:buSzPts val="1800"/>
              <a:buChar char="•"/>
              <a:defRPr/>
            </a:lvl1pPr>
            <a:lvl2pPr marL="914400" lvl="1" indent="-342900" algn="l">
              <a:lnSpc>
                <a:spcPct val="90000"/>
              </a:lnSpc>
              <a:spcBef>
                <a:spcPts val="1004"/>
              </a:spcBef>
              <a:spcAft>
                <a:spcPts val="0"/>
              </a:spcAft>
              <a:buClr>
                <a:schemeClr val="dk1"/>
              </a:buClr>
              <a:buSzPts val="1800"/>
              <a:buChar char="•"/>
              <a:defRPr/>
            </a:lvl2pPr>
            <a:lvl3pPr marL="1371600" lvl="2" indent="-342900" algn="l">
              <a:lnSpc>
                <a:spcPct val="90000"/>
              </a:lnSpc>
              <a:spcBef>
                <a:spcPts val="1004"/>
              </a:spcBef>
              <a:spcAft>
                <a:spcPts val="0"/>
              </a:spcAft>
              <a:buClr>
                <a:schemeClr val="dk1"/>
              </a:buClr>
              <a:buSzPts val="1800"/>
              <a:buChar char="•"/>
              <a:defRPr/>
            </a:lvl3pPr>
            <a:lvl4pPr marL="1828800" lvl="3" indent="-342900" algn="l">
              <a:lnSpc>
                <a:spcPct val="90000"/>
              </a:lnSpc>
              <a:spcBef>
                <a:spcPts val="1004"/>
              </a:spcBef>
              <a:spcAft>
                <a:spcPts val="0"/>
              </a:spcAft>
              <a:buClr>
                <a:schemeClr val="dk1"/>
              </a:buClr>
              <a:buSzPts val="1800"/>
              <a:buChar char="•"/>
              <a:defRPr/>
            </a:lvl4pPr>
            <a:lvl5pPr marL="2286000" lvl="4" indent="-342900" algn="l">
              <a:lnSpc>
                <a:spcPct val="90000"/>
              </a:lnSpc>
              <a:spcBef>
                <a:spcPts val="1004"/>
              </a:spcBef>
              <a:spcAft>
                <a:spcPts val="0"/>
              </a:spcAft>
              <a:buClr>
                <a:schemeClr val="dk1"/>
              </a:buClr>
              <a:buSzPts val="1800"/>
              <a:buChar char="•"/>
              <a:defRPr/>
            </a:lvl5pPr>
            <a:lvl6pPr marL="2743200" lvl="5" indent="-342900" algn="l">
              <a:lnSpc>
                <a:spcPct val="90000"/>
              </a:lnSpc>
              <a:spcBef>
                <a:spcPts val="1004"/>
              </a:spcBef>
              <a:spcAft>
                <a:spcPts val="0"/>
              </a:spcAft>
              <a:buClr>
                <a:schemeClr val="dk1"/>
              </a:buClr>
              <a:buSzPts val="1800"/>
              <a:buChar char="•"/>
              <a:defRPr/>
            </a:lvl6pPr>
            <a:lvl7pPr marL="3200400" lvl="6" indent="-342900" algn="l">
              <a:lnSpc>
                <a:spcPct val="90000"/>
              </a:lnSpc>
              <a:spcBef>
                <a:spcPts val="1004"/>
              </a:spcBef>
              <a:spcAft>
                <a:spcPts val="0"/>
              </a:spcAft>
              <a:buClr>
                <a:schemeClr val="dk1"/>
              </a:buClr>
              <a:buSzPts val="1800"/>
              <a:buChar char="•"/>
              <a:defRPr/>
            </a:lvl7pPr>
            <a:lvl8pPr marL="3657600" lvl="7" indent="-342900" algn="l">
              <a:lnSpc>
                <a:spcPct val="90000"/>
              </a:lnSpc>
              <a:spcBef>
                <a:spcPts val="1004"/>
              </a:spcBef>
              <a:spcAft>
                <a:spcPts val="0"/>
              </a:spcAft>
              <a:buClr>
                <a:schemeClr val="dk1"/>
              </a:buClr>
              <a:buSzPts val="1800"/>
              <a:buChar char="•"/>
              <a:defRPr/>
            </a:lvl8pPr>
            <a:lvl9pPr marL="4114800" lvl="8" indent="-342900" algn="l">
              <a:lnSpc>
                <a:spcPct val="90000"/>
              </a:lnSpc>
              <a:spcBef>
                <a:spcPts val="1004"/>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1262539" y="1916914"/>
            <a:ext cx="15839123" cy="695920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8837"/>
              <a:buFont typeface="Calibri"/>
              <a:buNone/>
              <a:defRPr sz="8837"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1262539" y="9584531"/>
            <a:ext cx="15839123" cy="22844525"/>
          </a:xfrm>
          <a:prstGeom prst="rect">
            <a:avLst/>
          </a:prstGeom>
          <a:noFill/>
          <a:ln>
            <a:noFill/>
          </a:ln>
        </p:spPr>
        <p:txBody>
          <a:bodyPr spcFirstLastPara="1" wrap="square" lIns="91425" tIns="45700" rIns="91425" bIns="45700" anchor="t" anchorCtr="0">
            <a:normAutofit/>
          </a:bodyPr>
          <a:lstStyle>
            <a:lvl1pPr marL="457200" marR="0" lvl="0" indent="-585660" algn="l" rtl="0">
              <a:lnSpc>
                <a:spcPct val="90000"/>
              </a:lnSpc>
              <a:spcBef>
                <a:spcPts val="2008"/>
              </a:spcBef>
              <a:spcAft>
                <a:spcPts val="0"/>
              </a:spcAft>
              <a:buClr>
                <a:schemeClr val="dk1"/>
              </a:buClr>
              <a:buSzPts val="5623"/>
              <a:buFont typeface="Arial"/>
              <a:buChar char="•"/>
              <a:defRPr sz="5623" b="0" i="0" u="none" strike="noStrike" cap="none">
                <a:solidFill>
                  <a:schemeClr val="dk1"/>
                </a:solidFill>
                <a:latin typeface="Calibri"/>
                <a:ea typeface="Calibri"/>
                <a:cs typeface="Calibri"/>
                <a:sym typeface="Calibri"/>
              </a:defRPr>
            </a:lvl1pPr>
            <a:lvl2pPr marL="914400" marR="0" lvl="1" indent="-534670" algn="l" rtl="0">
              <a:lnSpc>
                <a:spcPct val="90000"/>
              </a:lnSpc>
              <a:spcBef>
                <a:spcPts val="1004"/>
              </a:spcBef>
              <a:spcAft>
                <a:spcPts val="0"/>
              </a:spcAft>
              <a:buClr>
                <a:schemeClr val="dk1"/>
              </a:buClr>
              <a:buSzPts val="4820"/>
              <a:buFont typeface="Arial"/>
              <a:buChar char="•"/>
              <a:defRPr sz="4820" b="0" i="0" u="none" strike="noStrike" cap="none">
                <a:solidFill>
                  <a:schemeClr val="dk1"/>
                </a:solidFill>
                <a:latin typeface="Calibri"/>
                <a:ea typeface="Calibri"/>
                <a:cs typeface="Calibri"/>
                <a:sym typeface="Calibri"/>
              </a:defRPr>
            </a:lvl2pPr>
            <a:lvl3pPr marL="1371600" marR="0" lvl="2" indent="-483679" algn="l" rtl="0">
              <a:lnSpc>
                <a:spcPct val="90000"/>
              </a:lnSpc>
              <a:spcBef>
                <a:spcPts val="1004"/>
              </a:spcBef>
              <a:spcAft>
                <a:spcPts val="0"/>
              </a:spcAft>
              <a:buClr>
                <a:schemeClr val="dk1"/>
              </a:buClr>
              <a:buSzPts val="4017"/>
              <a:buFont typeface="Arial"/>
              <a:buChar char="•"/>
              <a:defRPr sz="4016" b="0" i="0" u="none" strike="noStrike" cap="none">
                <a:solidFill>
                  <a:schemeClr val="dk1"/>
                </a:solidFill>
                <a:latin typeface="Calibri"/>
                <a:ea typeface="Calibri"/>
                <a:cs typeface="Calibri"/>
                <a:sym typeface="Calibri"/>
              </a:defRPr>
            </a:lvl3pPr>
            <a:lvl4pPr marL="1828800" marR="0" lvl="3" indent="-458152" algn="l" rtl="0">
              <a:lnSpc>
                <a:spcPct val="90000"/>
              </a:lnSpc>
              <a:spcBef>
                <a:spcPts val="1004"/>
              </a:spcBef>
              <a:spcAft>
                <a:spcPts val="0"/>
              </a:spcAft>
              <a:buClr>
                <a:schemeClr val="dk1"/>
              </a:buClr>
              <a:buSzPts val="3615"/>
              <a:buFont typeface="Arial"/>
              <a:buChar char="•"/>
              <a:defRPr sz="3615" b="0" i="0" u="none" strike="noStrike" cap="none">
                <a:solidFill>
                  <a:schemeClr val="dk1"/>
                </a:solidFill>
                <a:latin typeface="Calibri"/>
                <a:ea typeface="Calibri"/>
                <a:cs typeface="Calibri"/>
                <a:sym typeface="Calibri"/>
              </a:defRPr>
            </a:lvl4pPr>
            <a:lvl5pPr marL="2286000" marR="0" lvl="4" indent="-458152" algn="l" rtl="0">
              <a:lnSpc>
                <a:spcPct val="90000"/>
              </a:lnSpc>
              <a:spcBef>
                <a:spcPts val="1004"/>
              </a:spcBef>
              <a:spcAft>
                <a:spcPts val="0"/>
              </a:spcAft>
              <a:buClr>
                <a:schemeClr val="dk1"/>
              </a:buClr>
              <a:buSzPts val="3615"/>
              <a:buFont typeface="Arial"/>
              <a:buChar char="•"/>
              <a:defRPr sz="3615" b="0" i="0" u="none" strike="noStrike" cap="none">
                <a:solidFill>
                  <a:schemeClr val="dk1"/>
                </a:solidFill>
                <a:latin typeface="Calibri"/>
                <a:ea typeface="Calibri"/>
                <a:cs typeface="Calibri"/>
                <a:sym typeface="Calibri"/>
              </a:defRPr>
            </a:lvl5pPr>
            <a:lvl6pPr marL="2743200" marR="0" lvl="5" indent="-458152" algn="l" rtl="0">
              <a:lnSpc>
                <a:spcPct val="90000"/>
              </a:lnSpc>
              <a:spcBef>
                <a:spcPts val="1004"/>
              </a:spcBef>
              <a:spcAft>
                <a:spcPts val="0"/>
              </a:spcAft>
              <a:buClr>
                <a:schemeClr val="dk1"/>
              </a:buClr>
              <a:buSzPts val="3615"/>
              <a:buFont typeface="Arial"/>
              <a:buChar char="•"/>
              <a:defRPr sz="3615" b="0" i="0" u="none" strike="noStrike" cap="none">
                <a:solidFill>
                  <a:schemeClr val="dk1"/>
                </a:solidFill>
                <a:latin typeface="Calibri"/>
                <a:ea typeface="Calibri"/>
                <a:cs typeface="Calibri"/>
                <a:sym typeface="Calibri"/>
              </a:defRPr>
            </a:lvl6pPr>
            <a:lvl7pPr marL="3200400" marR="0" lvl="6" indent="-458152" algn="l" rtl="0">
              <a:lnSpc>
                <a:spcPct val="90000"/>
              </a:lnSpc>
              <a:spcBef>
                <a:spcPts val="1004"/>
              </a:spcBef>
              <a:spcAft>
                <a:spcPts val="0"/>
              </a:spcAft>
              <a:buClr>
                <a:schemeClr val="dk1"/>
              </a:buClr>
              <a:buSzPts val="3615"/>
              <a:buFont typeface="Arial"/>
              <a:buChar char="•"/>
              <a:defRPr sz="3615" b="0" i="0" u="none" strike="noStrike" cap="none">
                <a:solidFill>
                  <a:schemeClr val="dk1"/>
                </a:solidFill>
                <a:latin typeface="Calibri"/>
                <a:ea typeface="Calibri"/>
                <a:cs typeface="Calibri"/>
                <a:sym typeface="Calibri"/>
              </a:defRPr>
            </a:lvl7pPr>
            <a:lvl8pPr marL="3657600" marR="0" lvl="7" indent="-458152" algn="l" rtl="0">
              <a:lnSpc>
                <a:spcPct val="90000"/>
              </a:lnSpc>
              <a:spcBef>
                <a:spcPts val="1004"/>
              </a:spcBef>
              <a:spcAft>
                <a:spcPts val="0"/>
              </a:spcAft>
              <a:buClr>
                <a:schemeClr val="dk1"/>
              </a:buClr>
              <a:buSzPts val="3615"/>
              <a:buFont typeface="Arial"/>
              <a:buChar char="•"/>
              <a:defRPr sz="3615" b="0" i="0" u="none" strike="noStrike" cap="none">
                <a:solidFill>
                  <a:schemeClr val="dk1"/>
                </a:solidFill>
                <a:latin typeface="Calibri"/>
                <a:ea typeface="Calibri"/>
                <a:cs typeface="Calibri"/>
                <a:sym typeface="Calibri"/>
              </a:defRPr>
            </a:lvl8pPr>
            <a:lvl9pPr marL="4114800" marR="0" lvl="8" indent="-458152" algn="l" rtl="0">
              <a:lnSpc>
                <a:spcPct val="90000"/>
              </a:lnSpc>
              <a:spcBef>
                <a:spcPts val="1004"/>
              </a:spcBef>
              <a:spcAft>
                <a:spcPts val="0"/>
              </a:spcAft>
              <a:buClr>
                <a:schemeClr val="dk1"/>
              </a:buClr>
              <a:buSzPts val="3615"/>
              <a:buFont typeface="Arial"/>
              <a:buChar char="•"/>
              <a:defRPr sz="3615"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1262539" y="33370846"/>
            <a:ext cx="4131945" cy="191690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1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6083141" y="33370846"/>
            <a:ext cx="6197918" cy="1916906"/>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1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464"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12969716" y="33370846"/>
            <a:ext cx="4131945" cy="1916906"/>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410" b="0" i="0" u="none" strike="noStrike" cap="none">
                <a:solidFill>
                  <a:srgbClr val="888888"/>
                </a:solidFill>
                <a:latin typeface="Calibri"/>
                <a:ea typeface="Calibri"/>
                <a:cs typeface="Calibri"/>
                <a:sym typeface="Calibri"/>
              </a:defRPr>
            </a:lvl1pPr>
            <a:lvl2pPr marL="0" marR="0" lvl="1" indent="0" algn="r" rtl="0">
              <a:spcBef>
                <a:spcPts val="0"/>
              </a:spcBef>
              <a:buNone/>
              <a:defRPr sz="2410" b="0" i="0" u="none" strike="noStrike" cap="none">
                <a:solidFill>
                  <a:srgbClr val="888888"/>
                </a:solidFill>
                <a:latin typeface="Calibri"/>
                <a:ea typeface="Calibri"/>
                <a:cs typeface="Calibri"/>
                <a:sym typeface="Calibri"/>
              </a:defRPr>
            </a:lvl2pPr>
            <a:lvl3pPr marL="0" marR="0" lvl="2" indent="0" algn="r" rtl="0">
              <a:spcBef>
                <a:spcPts val="0"/>
              </a:spcBef>
              <a:buNone/>
              <a:defRPr sz="2410" b="0" i="0" u="none" strike="noStrike" cap="none">
                <a:solidFill>
                  <a:srgbClr val="888888"/>
                </a:solidFill>
                <a:latin typeface="Calibri"/>
                <a:ea typeface="Calibri"/>
                <a:cs typeface="Calibri"/>
                <a:sym typeface="Calibri"/>
              </a:defRPr>
            </a:lvl3pPr>
            <a:lvl4pPr marL="0" marR="0" lvl="3" indent="0" algn="r" rtl="0">
              <a:spcBef>
                <a:spcPts val="0"/>
              </a:spcBef>
              <a:buNone/>
              <a:defRPr sz="2410" b="0" i="0" u="none" strike="noStrike" cap="none">
                <a:solidFill>
                  <a:srgbClr val="888888"/>
                </a:solidFill>
                <a:latin typeface="Calibri"/>
                <a:ea typeface="Calibri"/>
                <a:cs typeface="Calibri"/>
                <a:sym typeface="Calibri"/>
              </a:defRPr>
            </a:lvl4pPr>
            <a:lvl5pPr marL="0" marR="0" lvl="4" indent="0" algn="r" rtl="0">
              <a:spcBef>
                <a:spcPts val="0"/>
              </a:spcBef>
              <a:buNone/>
              <a:defRPr sz="2410" b="0" i="0" u="none" strike="noStrike" cap="none">
                <a:solidFill>
                  <a:srgbClr val="888888"/>
                </a:solidFill>
                <a:latin typeface="Calibri"/>
                <a:ea typeface="Calibri"/>
                <a:cs typeface="Calibri"/>
                <a:sym typeface="Calibri"/>
              </a:defRPr>
            </a:lvl5pPr>
            <a:lvl6pPr marL="0" marR="0" lvl="5" indent="0" algn="r" rtl="0">
              <a:spcBef>
                <a:spcPts val="0"/>
              </a:spcBef>
              <a:buNone/>
              <a:defRPr sz="2410" b="0" i="0" u="none" strike="noStrike" cap="none">
                <a:solidFill>
                  <a:srgbClr val="888888"/>
                </a:solidFill>
                <a:latin typeface="Calibri"/>
                <a:ea typeface="Calibri"/>
                <a:cs typeface="Calibri"/>
                <a:sym typeface="Calibri"/>
              </a:defRPr>
            </a:lvl6pPr>
            <a:lvl7pPr marL="0" marR="0" lvl="6" indent="0" algn="r" rtl="0">
              <a:spcBef>
                <a:spcPts val="0"/>
              </a:spcBef>
              <a:buNone/>
              <a:defRPr sz="2410" b="0" i="0" u="none" strike="noStrike" cap="none">
                <a:solidFill>
                  <a:srgbClr val="888888"/>
                </a:solidFill>
                <a:latin typeface="Calibri"/>
                <a:ea typeface="Calibri"/>
                <a:cs typeface="Calibri"/>
                <a:sym typeface="Calibri"/>
              </a:defRPr>
            </a:lvl7pPr>
            <a:lvl8pPr marL="0" marR="0" lvl="7" indent="0" algn="r" rtl="0">
              <a:spcBef>
                <a:spcPts val="0"/>
              </a:spcBef>
              <a:buNone/>
              <a:defRPr sz="2410" b="0" i="0" u="none" strike="noStrike" cap="none">
                <a:solidFill>
                  <a:srgbClr val="888888"/>
                </a:solidFill>
                <a:latin typeface="Calibri"/>
                <a:ea typeface="Calibri"/>
                <a:cs typeface="Calibri"/>
                <a:sym typeface="Calibri"/>
              </a:defRPr>
            </a:lvl8pPr>
            <a:lvl9pPr marL="0" marR="0" lvl="8" indent="0" algn="r" rtl="0">
              <a:spcBef>
                <a:spcPts val="0"/>
              </a:spcBef>
              <a:buNone/>
              <a:defRPr sz="241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sp>
        <p:nvSpPr>
          <p:cNvPr id="84" name="Google Shape;84;p1"/>
          <p:cNvSpPr txBox="1"/>
          <p:nvPr/>
        </p:nvSpPr>
        <p:spPr>
          <a:xfrm>
            <a:off x="1863376" y="-81335"/>
            <a:ext cx="14131477" cy="1709700"/>
          </a:xfrm>
          <a:prstGeom prst="rect">
            <a:avLst/>
          </a:prstGeom>
          <a:noFill/>
          <a:ln>
            <a:noFill/>
          </a:ln>
        </p:spPr>
        <p:txBody>
          <a:bodyPr spcFirstLastPara="1" wrap="square" lIns="138275" tIns="69125" rIns="138275" bIns="69125" anchor="ctr" anchorCtr="0">
            <a:spAutoFit/>
          </a:bodyPr>
          <a:lstStyle/>
          <a:p>
            <a:pPr marL="0" marR="0" lvl="0" indent="0" algn="ctr" rtl="0">
              <a:spcBef>
                <a:spcPts val="0"/>
              </a:spcBef>
              <a:spcAft>
                <a:spcPts val="0"/>
              </a:spcAft>
              <a:buNone/>
            </a:pPr>
            <a:r>
              <a:rPr lang="fr-FR" sz="3400" b="1" dirty="0">
                <a:solidFill>
                  <a:schemeClr val="dk1"/>
                </a:solidFill>
                <a:latin typeface="Times New Roman"/>
                <a:ea typeface="Times New Roman"/>
                <a:cs typeface="Times New Roman"/>
                <a:sym typeface="Times New Roman"/>
              </a:rPr>
              <a:t>  2</a:t>
            </a:r>
            <a:r>
              <a:rPr lang="fr-FR" sz="3400" b="1" i="0" u="none" strike="noStrike" cap="none" baseline="30000" dirty="0">
                <a:solidFill>
                  <a:schemeClr val="dk1"/>
                </a:solidFill>
                <a:latin typeface="Times New Roman"/>
                <a:ea typeface="Times New Roman"/>
                <a:cs typeface="Times New Roman"/>
                <a:sym typeface="Times New Roman"/>
              </a:rPr>
              <a:t>è</a:t>
            </a:r>
            <a:r>
              <a:rPr lang="fr-FR" sz="3400" b="1" baseline="30000" dirty="0">
                <a:solidFill>
                  <a:schemeClr val="dk1"/>
                </a:solidFill>
                <a:latin typeface="Times New Roman"/>
                <a:ea typeface="Times New Roman"/>
                <a:cs typeface="Times New Roman"/>
                <a:sym typeface="Times New Roman"/>
              </a:rPr>
              <a:t>m</a:t>
            </a:r>
            <a:r>
              <a:rPr lang="fr-FR" sz="3400" b="1" i="0" u="none" strike="noStrike" cap="none" baseline="30000" dirty="0">
                <a:solidFill>
                  <a:schemeClr val="dk1"/>
                </a:solidFill>
                <a:latin typeface="Times New Roman"/>
                <a:ea typeface="Times New Roman"/>
                <a:cs typeface="Times New Roman"/>
                <a:sym typeface="Times New Roman"/>
              </a:rPr>
              <a:t>e</a:t>
            </a:r>
            <a:r>
              <a:rPr lang="fr-FR" sz="3400" b="1" i="0" u="none" strike="noStrike" cap="none" dirty="0">
                <a:solidFill>
                  <a:schemeClr val="dk1"/>
                </a:solidFill>
                <a:latin typeface="Times New Roman"/>
                <a:ea typeface="Times New Roman"/>
                <a:cs typeface="Times New Roman"/>
                <a:sym typeface="Times New Roman"/>
              </a:rPr>
              <a:t> édition de la « Journée Doctorant »</a:t>
            </a:r>
            <a:endParaRPr dirty="0"/>
          </a:p>
          <a:p>
            <a:pPr marL="0" marR="0" lvl="0" indent="0" algn="ctr" rtl="0">
              <a:spcBef>
                <a:spcPts val="0"/>
              </a:spcBef>
              <a:spcAft>
                <a:spcPts val="0"/>
              </a:spcAft>
              <a:buNone/>
            </a:pPr>
            <a:r>
              <a:rPr lang="fr-FR" sz="3400" b="1" i="0" u="none" strike="noStrike" cap="none" dirty="0">
                <a:solidFill>
                  <a:schemeClr val="dk1"/>
                </a:solidFill>
                <a:latin typeface="Times New Roman"/>
                <a:ea typeface="Times New Roman"/>
                <a:cs typeface="Times New Roman"/>
                <a:sym typeface="Times New Roman"/>
              </a:rPr>
              <a:t>Laboratoire LSIA &amp; ENSA Tanger</a:t>
            </a:r>
            <a:endParaRPr dirty="0"/>
          </a:p>
          <a:p>
            <a:pPr marL="0" marR="0" lvl="0" indent="0" algn="ctr" rtl="0">
              <a:spcBef>
                <a:spcPts val="0"/>
              </a:spcBef>
              <a:spcAft>
                <a:spcPts val="0"/>
              </a:spcAft>
              <a:buNone/>
            </a:pPr>
            <a:r>
              <a:rPr lang="fr-FR" sz="3400" b="1" i="0" u="none" strike="noStrike" cap="none" dirty="0">
                <a:solidFill>
                  <a:schemeClr val="dk1"/>
                </a:solidFill>
                <a:latin typeface="Times New Roman"/>
                <a:ea typeface="Times New Roman"/>
                <a:cs typeface="Times New Roman"/>
                <a:sym typeface="Times New Roman"/>
              </a:rPr>
              <a:t>17 Avril 2026</a:t>
            </a:r>
            <a:endParaRPr dirty="0"/>
          </a:p>
        </p:txBody>
      </p:sp>
      <p:sp>
        <p:nvSpPr>
          <p:cNvPr id="85" name="Google Shape;85;p1"/>
          <p:cNvSpPr/>
          <p:nvPr/>
        </p:nvSpPr>
        <p:spPr>
          <a:xfrm>
            <a:off x="2652039" y="2948138"/>
            <a:ext cx="12956505" cy="693598"/>
          </a:xfrm>
          <a:prstGeom prst="rect">
            <a:avLst/>
          </a:prstGeom>
          <a:noFill/>
          <a:ln>
            <a:noFill/>
          </a:ln>
        </p:spPr>
        <p:txBody>
          <a:bodyPr spcFirstLastPara="1" wrap="square" lIns="138275" tIns="69125" rIns="138275" bIns="69125" anchor="t" anchorCtr="0">
            <a:spAutoFit/>
          </a:bodyPr>
          <a:lstStyle/>
          <a:p>
            <a:pPr marL="0" marR="0" lvl="0" indent="0" algn="ctr" rtl="0">
              <a:spcBef>
                <a:spcPts val="0"/>
              </a:spcBef>
              <a:spcAft>
                <a:spcPts val="0"/>
              </a:spcAft>
              <a:buNone/>
            </a:pPr>
            <a:r>
              <a:rPr lang="fr-FR" sz="3600" dirty="0">
                <a:solidFill>
                  <a:schemeClr val="accent1"/>
                </a:solidFill>
                <a:latin typeface="Times New Roman"/>
                <a:cs typeface="Times New Roman"/>
                <a:sym typeface="Times New Roman"/>
              </a:rPr>
              <a:t>Dr. Samy </a:t>
            </a:r>
            <a:r>
              <a:rPr lang="fr-FR" sz="3600" dirty="0" err="1">
                <a:solidFill>
                  <a:schemeClr val="accent1"/>
                </a:solidFill>
                <a:latin typeface="Times New Roman"/>
                <a:cs typeface="Times New Roman"/>
                <a:sym typeface="Times New Roman"/>
              </a:rPr>
              <a:t>Housbane</a:t>
            </a:r>
            <a:r>
              <a:rPr lang="fr-FR" sz="3600" dirty="0">
                <a:solidFill>
                  <a:schemeClr val="accent1"/>
                </a:solidFill>
                <a:latin typeface="Times New Roman"/>
                <a:cs typeface="Times New Roman"/>
                <a:sym typeface="Times New Roman"/>
              </a:rPr>
              <a:t>, Dr. </a:t>
            </a:r>
            <a:r>
              <a:rPr lang="fr-FR" sz="3600" dirty="0" err="1">
                <a:solidFill>
                  <a:schemeClr val="accent1"/>
                </a:solidFill>
                <a:latin typeface="Times New Roman"/>
                <a:cs typeface="Times New Roman"/>
                <a:sym typeface="Times New Roman"/>
              </a:rPr>
              <a:t>Khaoula</a:t>
            </a:r>
            <a:r>
              <a:rPr lang="fr-FR" sz="3600" dirty="0">
                <a:solidFill>
                  <a:schemeClr val="accent1"/>
                </a:solidFill>
                <a:latin typeface="Times New Roman"/>
                <a:cs typeface="Times New Roman"/>
                <a:sym typeface="Times New Roman"/>
              </a:rPr>
              <a:t> </a:t>
            </a:r>
            <a:r>
              <a:rPr lang="fr-FR" sz="3600" dirty="0" err="1">
                <a:solidFill>
                  <a:schemeClr val="accent1"/>
                </a:solidFill>
                <a:latin typeface="Times New Roman"/>
                <a:cs typeface="Times New Roman"/>
                <a:sym typeface="Times New Roman"/>
              </a:rPr>
              <a:t>Ajbal</a:t>
            </a:r>
            <a:r>
              <a:rPr lang="fr-FR" sz="3600" dirty="0">
                <a:solidFill>
                  <a:schemeClr val="accent1"/>
                </a:solidFill>
                <a:latin typeface="Times New Roman"/>
                <a:cs typeface="Times New Roman"/>
                <a:sym typeface="Times New Roman"/>
              </a:rPr>
              <a:t> et M. Ismail Bakraoui</a:t>
            </a:r>
            <a:endParaRPr dirty="0"/>
          </a:p>
        </p:txBody>
      </p:sp>
      <p:sp>
        <p:nvSpPr>
          <p:cNvPr id="86" name="Google Shape;86;p1"/>
          <p:cNvSpPr/>
          <p:nvPr/>
        </p:nvSpPr>
        <p:spPr>
          <a:xfrm>
            <a:off x="-3663724" y="3503613"/>
            <a:ext cx="26138188" cy="1124534"/>
          </a:xfrm>
          <a:prstGeom prst="rect">
            <a:avLst/>
          </a:prstGeom>
          <a:noFill/>
          <a:ln>
            <a:noFill/>
          </a:ln>
        </p:spPr>
        <p:txBody>
          <a:bodyPr spcFirstLastPara="1" wrap="square" lIns="138275" tIns="69125" rIns="138275" bIns="69125" anchor="t" anchorCtr="0">
            <a:spAutoFit/>
          </a:bodyPr>
          <a:lstStyle/>
          <a:p>
            <a:pPr marL="1987550" lvl="0" indent="-1987550" algn="ctr"/>
            <a:r>
              <a:rPr lang="fr-FR" sz="3200" b="1" i="0" u="none" strike="noStrike" cap="none" dirty="0">
                <a:solidFill>
                  <a:schemeClr val="dk1"/>
                </a:solidFill>
                <a:latin typeface="Times New Roman"/>
                <a:ea typeface="Times New Roman"/>
                <a:cs typeface="Times New Roman"/>
                <a:sym typeface="Times New Roman"/>
              </a:rPr>
              <a:t>(1) Laboratoire : </a:t>
            </a:r>
            <a:r>
              <a:rPr lang="fr-FR" sz="2800" dirty="0"/>
              <a:t>Laboratoire de l’Innovation Thérapeutique et de l’Intelligence Artificielle en Santé</a:t>
            </a:r>
            <a:endParaRPr sz="5400" b="0" i="0" u="none" strike="noStrike" cap="none" dirty="0">
              <a:solidFill>
                <a:schemeClr val="dk1"/>
              </a:solidFill>
              <a:latin typeface="Times New Roman"/>
              <a:ea typeface="Times New Roman"/>
              <a:cs typeface="Times New Roman"/>
              <a:sym typeface="Times New Roman"/>
            </a:endParaRPr>
          </a:p>
          <a:p>
            <a:pPr marL="1987550" marR="0" lvl="0" indent="-1987550" algn="ctr" rtl="0">
              <a:spcBef>
                <a:spcPts val="0"/>
              </a:spcBef>
              <a:spcAft>
                <a:spcPts val="0"/>
              </a:spcAft>
              <a:buNone/>
            </a:pPr>
            <a:r>
              <a:rPr lang="fr-FR" sz="3200" b="1" i="0" u="none" strike="noStrike" cap="none" dirty="0">
                <a:solidFill>
                  <a:schemeClr val="dk1"/>
                </a:solidFill>
                <a:latin typeface="Times New Roman"/>
                <a:ea typeface="Times New Roman"/>
                <a:cs typeface="Times New Roman"/>
                <a:sym typeface="Times New Roman"/>
              </a:rPr>
              <a:t>Ismail.Bakraoui@emsi-edu.ma</a:t>
            </a:r>
            <a:endParaRPr sz="3200" b="1" i="0" u="none" strike="noStrike" cap="none" dirty="0">
              <a:solidFill>
                <a:schemeClr val="dk1"/>
              </a:solidFill>
              <a:latin typeface="Times New Roman"/>
              <a:ea typeface="Times New Roman"/>
              <a:cs typeface="Times New Roman"/>
              <a:sym typeface="Times New Roman"/>
            </a:endParaRPr>
          </a:p>
        </p:txBody>
      </p:sp>
      <p:sp>
        <p:nvSpPr>
          <p:cNvPr id="87" name="Google Shape;87;p1"/>
          <p:cNvSpPr txBox="1"/>
          <p:nvPr/>
        </p:nvSpPr>
        <p:spPr>
          <a:xfrm>
            <a:off x="330200" y="4722814"/>
            <a:ext cx="8518265" cy="4492562"/>
          </a:xfrm>
          <a:prstGeom prst="rect">
            <a:avLst/>
          </a:prstGeom>
          <a:solidFill>
            <a:srgbClr val="F7CAAC"/>
          </a:solidFill>
          <a:ln w="12700" cap="flat" cmpd="sng">
            <a:solidFill>
              <a:srgbClr val="F4B081"/>
            </a:solidFill>
            <a:prstDash val="solid"/>
            <a:miter lim="800000"/>
            <a:headEnd type="none" w="sm" len="sm"/>
            <a:tailEnd type="none" w="sm" len="sm"/>
          </a:ln>
        </p:spPr>
        <p:txBody>
          <a:bodyPr spcFirstLastPara="1" wrap="square" lIns="494000" tIns="494000" rIns="494000" bIns="494000" anchor="t" anchorCtr="0">
            <a:noAutofit/>
          </a:bodyPr>
          <a:lstStyle/>
          <a:p>
            <a:pPr marL="0" marR="0" lvl="0" indent="0" algn="just" rtl="0">
              <a:lnSpc>
                <a:spcPct val="114000"/>
              </a:lnSpc>
              <a:spcBef>
                <a:spcPts val="0"/>
              </a:spcBef>
              <a:spcAft>
                <a:spcPts val="0"/>
              </a:spcAft>
              <a:buNone/>
            </a:pPr>
            <a:endParaRPr sz="2200" b="0" i="0" u="none" strike="noStrike" cap="none">
              <a:solidFill>
                <a:schemeClr val="dk1"/>
              </a:solidFill>
              <a:latin typeface="Arial"/>
              <a:ea typeface="Arial"/>
              <a:cs typeface="Arial"/>
              <a:sym typeface="Arial"/>
            </a:endParaRPr>
          </a:p>
          <a:p>
            <a:pPr marL="0" marR="0" lvl="0" indent="0" algn="just" rtl="0">
              <a:lnSpc>
                <a:spcPct val="114000"/>
              </a:lnSpc>
              <a:spcBef>
                <a:spcPts val="0"/>
              </a:spcBef>
              <a:spcAft>
                <a:spcPts val="0"/>
              </a:spcAft>
              <a:buClr>
                <a:schemeClr val="dk1"/>
              </a:buClr>
              <a:buSzPts val="2400"/>
              <a:buFont typeface="Noto Sans Symbols"/>
              <a:buNone/>
            </a:pPr>
            <a:endParaRPr sz="2400" b="0" i="0" u="none" strike="noStrike" cap="none">
              <a:solidFill>
                <a:schemeClr val="dk1"/>
              </a:solidFill>
              <a:latin typeface="Times New Roman"/>
              <a:ea typeface="Times New Roman"/>
              <a:cs typeface="Times New Roman"/>
              <a:sym typeface="Times New Roman"/>
            </a:endParaRPr>
          </a:p>
          <a:p>
            <a:pPr marL="0" marR="0" lvl="0" indent="0" algn="l" rtl="0">
              <a:lnSpc>
                <a:spcPct val="114000"/>
              </a:lnSpc>
              <a:spcBef>
                <a:spcPts val="0"/>
              </a:spcBef>
              <a:spcAft>
                <a:spcPts val="0"/>
              </a:spcAft>
              <a:buNone/>
            </a:pPr>
            <a:endParaRPr sz="2200" b="0" i="0" u="none" strike="noStrike" cap="none">
              <a:solidFill>
                <a:schemeClr val="dk1"/>
              </a:solidFill>
              <a:latin typeface="Calibri"/>
              <a:ea typeface="Calibri"/>
              <a:cs typeface="Calibri"/>
              <a:sym typeface="Calibri"/>
            </a:endParaRPr>
          </a:p>
        </p:txBody>
      </p:sp>
      <p:sp>
        <p:nvSpPr>
          <p:cNvPr id="88" name="Google Shape;88;p1"/>
          <p:cNvSpPr/>
          <p:nvPr/>
        </p:nvSpPr>
        <p:spPr>
          <a:xfrm>
            <a:off x="436244" y="4585897"/>
            <a:ext cx="2739639" cy="1064241"/>
          </a:xfrm>
          <a:prstGeom prst="rect">
            <a:avLst/>
          </a:prstGeom>
          <a:noFill/>
          <a:ln>
            <a:noFill/>
          </a:ln>
        </p:spPr>
        <p:txBody>
          <a:bodyPr spcFirstLastPara="1" wrap="square" lIns="115800" tIns="57900" rIns="115800" bIns="57900" anchor="t" anchorCtr="0">
            <a:spAutoFit/>
          </a:bodyPr>
          <a:lstStyle/>
          <a:p>
            <a:pPr marL="0" marR="0" lvl="0" indent="0" algn="l" rtl="0">
              <a:lnSpc>
                <a:spcPct val="114000"/>
              </a:lnSpc>
              <a:spcBef>
                <a:spcPts val="0"/>
              </a:spcBef>
              <a:spcAft>
                <a:spcPts val="0"/>
              </a:spcAft>
              <a:buNone/>
            </a:pPr>
            <a:r>
              <a:rPr lang="fr-FR" sz="5400" b="0" i="0" u="none" strike="noStrike" cap="none" dirty="0">
                <a:solidFill>
                  <a:srgbClr val="2E75B5"/>
                </a:solidFill>
                <a:latin typeface="Times New Roman"/>
                <a:ea typeface="Times New Roman"/>
                <a:cs typeface="Times New Roman"/>
                <a:sym typeface="Times New Roman"/>
              </a:rPr>
              <a:t>Abstract</a:t>
            </a:r>
            <a:endParaRPr dirty="0"/>
          </a:p>
        </p:txBody>
      </p:sp>
      <p:sp>
        <p:nvSpPr>
          <p:cNvPr id="89" name="Google Shape;89;p1"/>
          <p:cNvSpPr/>
          <p:nvPr/>
        </p:nvSpPr>
        <p:spPr>
          <a:xfrm>
            <a:off x="2064554" y="1691435"/>
            <a:ext cx="14131477" cy="1233171"/>
          </a:xfrm>
          <a:prstGeom prst="rect">
            <a:avLst/>
          </a:prstGeom>
          <a:gradFill>
            <a:gsLst>
              <a:gs pos="0">
                <a:srgbClr val="B0CAE9"/>
              </a:gs>
              <a:gs pos="50000">
                <a:srgbClr val="A1C1E4"/>
              </a:gs>
              <a:gs pos="100000">
                <a:srgbClr val="90B8E4"/>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lvl="0" algn="ctr"/>
            <a:r>
              <a:rPr lang="en-US" sz="4400" b="1" dirty="0">
                <a:solidFill>
                  <a:srgbClr val="002060"/>
                </a:solidFill>
                <a:latin typeface="Times New Roman"/>
                <a:ea typeface="Times New Roman"/>
                <a:cs typeface="Times New Roman"/>
                <a:sym typeface="Times New Roman"/>
              </a:rPr>
              <a:t>Implications of Artificial Intelligence for Clinical Decision Support in Rheumatology</a:t>
            </a:r>
            <a:endParaRPr dirty="0"/>
          </a:p>
        </p:txBody>
      </p:sp>
      <p:sp>
        <p:nvSpPr>
          <p:cNvPr id="90" name="Google Shape;90;p1"/>
          <p:cNvSpPr txBox="1"/>
          <p:nvPr/>
        </p:nvSpPr>
        <p:spPr>
          <a:xfrm>
            <a:off x="5610225" y="28289250"/>
            <a:ext cx="184150" cy="11239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6700" b="0" i="0" u="none" strike="noStrike" cap="none">
              <a:solidFill>
                <a:schemeClr val="dk1"/>
              </a:solidFill>
              <a:latin typeface="Arial"/>
              <a:ea typeface="Arial"/>
              <a:cs typeface="Arial"/>
              <a:sym typeface="Arial"/>
            </a:endParaRPr>
          </a:p>
        </p:txBody>
      </p:sp>
      <p:sp>
        <p:nvSpPr>
          <p:cNvPr id="91" name="Google Shape;91;p1"/>
          <p:cNvSpPr txBox="1"/>
          <p:nvPr/>
        </p:nvSpPr>
        <p:spPr>
          <a:xfrm>
            <a:off x="503377" y="5425955"/>
            <a:ext cx="8177416" cy="3693278"/>
          </a:xfrm>
          <a:prstGeom prst="rect">
            <a:avLst/>
          </a:prstGeom>
          <a:noFill/>
          <a:ln>
            <a:noFill/>
          </a:ln>
        </p:spPr>
        <p:txBody>
          <a:bodyPr spcFirstLastPara="1" wrap="square" lIns="91425" tIns="45700" rIns="91425" bIns="45700" anchor="t" anchorCtr="0">
            <a:spAutoFit/>
          </a:bodyPr>
          <a:lstStyle/>
          <a:p>
            <a:r>
              <a:rPr lang="en-US" sz="1800" dirty="0"/>
              <a:t>The integration of artificial intelligence into clinical practice remains constrained not by model capability alone, but by challenges related to data governance, system integration, and real-world usability. This study introduces </a:t>
            </a:r>
            <a:r>
              <a:rPr lang="en-US" sz="1800" i="1" dirty="0" err="1"/>
              <a:t>RhumatoAI</a:t>
            </a:r>
            <a:r>
              <a:rPr lang="en-US" sz="1800" dirty="0"/>
              <a:t>, a locally deployed, full-stack clinical decision support system designed for rheumatology, combining structured patient management with large language model (LLM) inference. Deployed at CHU Ibn </a:t>
            </a:r>
            <a:r>
              <a:rPr lang="en-US" sz="1800" dirty="0" err="1"/>
              <a:t>Rochd</a:t>
            </a:r>
            <a:r>
              <a:rPr lang="en-US" sz="1800" dirty="0"/>
              <a:t> (Casablanca), the system enables secure, real-time interaction with patient data and AI-assisted clinical support within a fully on-premise infrastructure. Leveraging a </a:t>
            </a:r>
            <a:r>
              <a:rPr lang="en-US" sz="1800" dirty="0" err="1"/>
              <a:t>FastAPI</a:t>
            </a:r>
            <a:r>
              <a:rPr lang="en-US" sz="1800" dirty="0"/>
              <a:t> backend, cross-platform interfaces, and </a:t>
            </a:r>
            <a:r>
              <a:rPr lang="en-US" sz="1800" dirty="0" err="1"/>
              <a:t>BioMistral</a:t>
            </a:r>
            <a:r>
              <a:rPr lang="en-US" sz="1800" dirty="0"/>
              <a:t> inference via </a:t>
            </a:r>
            <a:r>
              <a:rPr lang="en-US" sz="1800" dirty="0" err="1"/>
              <a:t>Ollama</a:t>
            </a:r>
            <a:r>
              <a:rPr lang="en-US" sz="1800" dirty="0"/>
              <a:t>, the platform achieves response latencies of 2–5 seconds under operational conditions.</a:t>
            </a:r>
          </a:p>
          <a:p>
            <a:r>
              <a:rPr lang="en-US" sz="1800" dirty="0"/>
              <a:t>The findings suggest that clinically viable AI systems can be realized without reliance on cloud-based architectures, provided that system design explicitly addresses latency, privacy constraints, and workflow integration.</a:t>
            </a:r>
          </a:p>
        </p:txBody>
      </p:sp>
      <p:sp>
        <p:nvSpPr>
          <p:cNvPr id="92" name="Google Shape;92;p1"/>
          <p:cNvSpPr txBox="1"/>
          <p:nvPr/>
        </p:nvSpPr>
        <p:spPr>
          <a:xfrm>
            <a:off x="330200" y="9474049"/>
            <a:ext cx="8520646" cy="6661466"/>
          </a:xfrm>
          <a:prstGeom prst="rect">
            <a:avLst/>
          </a:prstGeom>
          <a:solidFill>
            <a:schemeClr val="lt1"/>
          </a:solidFill>
          <a:ln w="12700" cap="flat" cmpd="sng">
            <a:solidFill>
              <a:srgbClr val="002060"/>
            </a:solidFill>
            <a:prstDash val="solid"/>
            <a:miter lim="800000"/>
            <a:headEnd type="none" w="sm" len="sm"/>
            <a:tailEnd type="none" w="sm" len="sm"/>
          </a:ln>
        </p:spPr>
        <p:txBody>
          <a:bodyPr spcFirstLastPara="1" wrap="square" lIns="494000" tIns="494000" rIns="494000" bIns="494000" anchor="t" anchorCtr="0">
            <a:noAutofit/>
          </a:bodyPr>
          <a:lstStyle/>
          <a:p>
            <a:pPr marL="0" marR="0" lvl="0" indent="0" algn="just" rtl="0">
              <a:lnSpc>
                <a:spcPct val="114000"/>
              </a:lnSpc>
              <a:spcBef>
                <a:spcPts val="0"/>
              </a:spcBef>
              <a:spcAft>
                <a:spcPts val="0"/>
              </a:spcAft>
              <a:buNone/>
            </a:pPr>
            <a:endParaRPr sz="2200">
              <a:solidFill>
                <a:schemeClr val="dk1"/>
              </a:solidFill>
              <a:latin typeface="Arial"/>
              <a:ea typeface="Arial"/>
              <a:cs typeface="Arial"/>
              <a:sym typeface="Arial"/>
            </a:endParaRPr>
          </a:p>
          <a:p>
            <a:pPr marL="0" marR="0" lvl="0" indent="0" algn="just" rtl="0">
              <a:lnSpc>
                <a:spcPct val="114000"/>
              </a:lnSpc>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0" marR="0" lvl="0" indent="0" algn="l" rtl="0">
              <a:lnSpc>
                <a:spcPct val="114000"/>
              </a:lnSpc>
              <a:spcBef>
                <a:spcPts val="0"/>
              </a:spcBef>
              <a:spcAft>
                <a:spcPts val="0"/>
              </a:spcAft>
              <a:buNone/>
            </a:pPr>
            <a:endParaRPr sz="2200">
              <a:solidFill>
                <a:schemeClr val="dk1"/>
              </a:solidFill>
              <a:latin typeface="Calibri"/>
              <a:ea typeface="Calibri"/>
              <a:cs typeface="Calibri"/>
              <a:sym typeface="Calibri"/>
            </a:endParaRPr>
          </a:p>
        </p:txBody>
      </p:sp>
      <p:sp>
        <p:nvSpPr>
          <p:cNvPr id="93" name="Google Shape;93;p1"/>
          <p:cNvSpPr/>
          <p:nvPr/>
        </p:nvSpPr>
        <p:spPr>
          <a:xfrm>
            <a:off x="452740" y="9476355"/>
            <a:ext cx="3657912" cy="1064260"/>
          </a:xfrm>
          <a:prstGeom prst="rect">
            <a:avLst/>
          </a:prstGeom>
          <a:noFill/>
          <a:ln>
            <a:noFill/>
          </a:ln>
        </p:spPr>
        <p:txBody>
          <a:bodyPr spcFirstLastPara="1" wrap="square" lIns="115800" tIns="57900" rIns="115800" bIns="57900" anchor="t" anchorCtr="0">
            <a:spAutoFit/>
          </a:bodyPr>
          <a:lstStyle/>
          <a:p>
            <a:pPr marL="0" marR="0" lvl="0" indent="0" algn="l" rtl="0">
              <a:lnSpc>
                <a:spcPct val="114000"/>
              </a:lnSpc>
              <a:spcBef>
                <a:spcPts val="0"/>
              </a:spcBef>
              <a:spcAft>
                <a:spcPts val="0"/>
              </a:spcAft>
              <a:buNone/>
            </a:pPr>
            <a:r>
              <a:rPr lang="fr-FR" sz="5400">
                <a:solidFill>
                  <a:srgbClr val="2E75B5"/>
                </a:solidFill>
                <a:latin typeface="Times New Roman"/>
                <a:ea typeface="Times New Roman"/>
                <a:cs typeface="Times New Roman"/>
                <a:sym typeface="Times New Roman"/>
              </a:rPr>
              <a:t>Introduction</a:t>
            </a:r>
            <a:endParaRPr/>
          </a:p>
        </p:txBody>
      </p:sp>
      <p:sp>
        <p:nvSpPr>
          <p:cNvPr id="95" name="Google Shape;95;p1"/>
          <p:cNvSpPr txBox="1"/>
          <p:nvPr/>
        </p:nvSpPr>
        <p:spPr>
          <a:xfrm>
            <a:off x="330200" y="16398775"/>
            <a:ext cx="8515100" cy="5242053"/>
          </a:xfrm>
          <a:prstGeom prst="rect">
            <a:avLst/>
          </a:prstGeom>
          <a:solidFill>
            <a:schemeClr val="lt1"/>
          </a:solidFill>
          <a:ln w="12700" cap="flat" cmpd="sng">
            <a:solidFill>
              <a:srgbClr val="002060"/>
            </a:solidFill>
            <a:prstDash val="solid"/>
            <a:miter lim="800000"/>
            <a:headEnd type="none" w="sm" len="sm"/>
            <a:tailEnd type="none" w="sm" len="sm"/>
          </a:ln>
        </p:spPr>
        <p:txBody>
          <a:bodyPr spcFirstLastPara="1" wrap="square" lIns="494000" tIns="494000" rIns="494000" bIns="494000" anchor="t" anchorCtr="0">
            <a:noAutofit/>
          </a:bodyPr>
          <a:lstStyle/>
          <a:p>
            <a:pPr marL="0" marR="0" lvl="0" indent="0" algn="just" rtl="0">
              <a:lnSpc>
                <a:spcPct val="114000"/>
              </a:lnSpc>
              <a:spcBef>
                <a:spcPts val="0"/>
              </a:spcBef>
              <a:spcAft>
                <a:spcPts val="0"/>
              </a:spcAft>
              <a:buNone/>
            </a:pPr>
            <a:endParaRPr sz="2200">
              <a:solidFill>
                <a:schemeClr val="dk1"/>
              </a:solidFill>
              <a:latin typeface="Arial"/>
              <a:ea typeface="Arial"/>
              <a:cs typeface="Arial"/>
              <a:sym typeface="Arial"/>
            </a:endParaRPr>
          </a:p>
          <a:p>
            <a:pPr marL="0" marR="0" lvl="0" indent="0" algn="just" rtl="0">
              <a:lnSpc>
                <a:spcPct val="114000"/>
              </a:lnSpc>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0" marR="0" lvl="0" indent="0" algn="l" rtl="0">
              <a:lnSpc>
                <a:spcPct val="114000"/>
              </a:lnSpc>
              <a:spcBef>
                <a:spcPts val="0"/>
              </a:spcBef>
              <a:spcAft>
                <a:spcPts val="0"/>
              </a:spcAft>
              <a:buNone/>
            </a:pPr>
            <a:endParaRPr sz="2200">
              <a:solidFill>
                <a:schemeClr val="dk1"/>
              </a:solidFill>
              <a:latin typeface="Calibri"/>
              <a:ea typeface="Calibri"/>
              <a:cs typeface="Calibri"/>
              <a:sym typeface="Calibri"/>
            </a:endParaRPr>
          </a:p>
        </p:txBody>
      </p:sp>
      <p:sp>
        <p:nvSpPr>
          <p:cNvPr id="96" name="Google Shape;96;p1"/>
          <p:cNvSpPr/>
          <p:nvPr/>
        </p:nvSpPr>
        <p:spPr>
          <a:xfrm>
            <a:off x="447194" y="16401080"/>
            <a:ext cx="4119577" cy="1064241"/>
          </a:xfrm>
          <a:prstGeom prst="rect">
            <a:avLst/>
          </a:prstGeom>
          <a:noFill/>
          <a:ln>
            <a:noFill/>
          </a:ln>
        </p:spPr>
        <p:txBody>
          <a:bodyPr spcFirstLastPara="1" wrap="square" lIns="115800" tIns="57900" rIns="115800" bIns="57900" anchor="t" anchorCtr="0">
            <a:spAutoFit/>
          </a:bodyPr>
          <a:lstStyle/>
          <a:p>
            <a:pPr marL="0" marR="0" lvl="0" indent="0" algn="l" rtl="0">
              <a:lnSpc>
                <a:spcPct val="114000"/>
              </a:lnSpc>
              <a:spcBef>
                <a:spcPts val="0"/>
              </a:spcBef>
              <a:spcAft>
                <a:spcPts val="0"/>
              </a:spcAft>
              <a:buNone/>
            </a:pPr>
            <a:r>
              <a:rPr lang="fr-FR" sz="5400" dirty="0" err="1">
                <a:solidFill>
                  <a:srgbClr val="2E75B5"/>
                </a:solidFill>
                <a:latin typeface="Times New Roman"/>
                <a:ea typeface="Times New Roman"/>
                <a:cs typeface="Times New Roman"/>
                <a:sym typeface="Times New Roman"/>
              </a:rPr>
              <a:t>Methodology</a:t>
            </a:r>
            <a:endParaRPr sz="5400" dirty="0">
              <a:solidFill>
                <a:srgbClr val="2E75B5"/>
              </a:solidFill>
              <a:latin typeface="Times New Roman"/>
              <a:ea typeface="Times New Roman"/>
              <a:cs typeface="Times New Roman"/>
              <a:sym typeface="Times New Roman"/>
            </a:endParaRPr>
          </a:p>
        </p:txBody>
      </p:sp>
      <p:sp>
        <p:nvSpPr>
          <p:cNvPr id="97" name="Google Shape;97;p1"/>
          <p:cNvSpPr txBox="1"/>
          <p:nvPr/>
        </p:nvSpPr>
        <p:spPr>
          <a:xfrm>
            <a:off x="498326" y="17417697"/>
            <a:ext cx="8515100" cy="3693278"/>
          </a:xfrm>
          <a:prstGeom prst="rect">
            <a:avLst/>
          </a:prstGeom>
          <a:noFill/>
          <a:ln>
            <a:noFill/>
          </a:ln>
        </p:spPr>
        <p:txBody>
          <a:bodyPr spcFirstLastPara="1" wrap="square" lIns="91425" tIns="45700" rIns="91425" bIns="45700" anchor="t" anchorCtr="0">
            <a:spAutoFit/>
          </a:bodyPr>
          <a:lstStyle/>
          <a:p>
            <a:r>
              <a:rPr lang="en-US" sz="1800" dirty="0"/>
              <a:t>We adopted a full-stack system design approach integrating AI into clinical workflows:</a:t>
            </a:r>
          </a:p>
          <a:p>
            <a:pPr marL="285750" indent="-285750">
              <a:buFont typeface="Arial" panose="020B0604020202020204" pitchFamily="34" charset="0"/>
              <a:buChar char="•"/>
            </a:pPr>
            <a:r>
              <a:rPr lang="en-US" sz="1800" dirty="0"/>
              <a:t>Architecture: Multi-layer system (client, API, business logic, data layer) </a:t>
            </a:r>
          </a:p>
          <a:p>
            <a:pPr marL="285750" indent="-285750">
              <a:buFont typeface="Arial" panose="020B0604020202020204" pitchFamily="34" charset="0"/>
              <a:buChar char="•"/>
            </a:pPr>
            <a:r>
              <a:rPr lang="en-US" sz="1800" dirty="0"/>
              <a:t>Backend: </a:t>
            </a:r>
            <a:r>
              <a:rPr lang="en-US" sz="1800" dirty="0" err="1"/>
              <a:t>FastAPI</a:t>
            </a:r>
            <a:r>
              <a:rPr lang="en-US" sz="1800" dirty="0"/>
              <a:t> with RESTful endpoints</a:t>
            </a:r>
          </a:p>
          <a:p>
            <a:pPr marL="285750" indent="-285750">
              <a:buFont typeface="Arial" panose="020B0604020202020204" pitchFamily="34" charset="0"/>
              <a:buChar char="•"/>
            </a:pPr>
            <a:r>
              <a:rPr lang="en-US" sz="1800" dirty="0"/>
              <a:t>Frontend: React (web) and React Native (mobile) </a:t>
            </a:r>
          </a:p>
          <a:p>
            <a:pPr marL="285750" indent="-285750">
              <a:buFont typeface="Arial" panose="020B0604020202020204" pitchFamily="34" charset="0"/>
              <a:buChar char="•"/>
            </a:pPr>
            <a:r>
              <a:rPr lang="en-US" sz="1800" dirty="0"/>
              <a:t>Database: MySQL with structured clinical schema </a:t>
            </a:r>
          </a:p>
          <a:p>
            <a:pPr marL="285750" indent="-285750">
              <a:buFont typeface="Arial" panose="020B0604020202020204" pitchFamily="34" charset="0"/>
              <a:buChar char="•"/>
            </a:pPr>
            <a:r>
              <a:rPr lang="en-US" sz="1800" dirty="0"/>
              <a:t>AI Integration: Local LLM (</a:t>
            </a:r>
            <a:r>
              <a:rPr lang="en-US" sz="1800" dirty="0" err="1"/>
              <a:t>BioMistral</a:t>
            </a:r>
            <a:r>
              <a:rPr lang="en-US" sz="1800" dirty="0"/>
              <a:t> via </a:t>
            </a:r>
            <a:r>
              <a:rPr lang="en-US" sz="1800" dirty="0" err="1"/>
              <a:t>Ollama</a:t>
            </a:r>
            <a:r>
              <a:rPr lang="en-US" sz="1800" dirty="0"/>
              <a:t>) </a:t>
            </a:r>
          </a:p>
          <a:p>
            <a:pPr marL="285750" indent="-285750">
              <a:buFont typeface="Arial" panose="020B0604020202020204" pitchFamily="34" charset="0"/>
              <a:buChar char="•"/>
            </a:pPr>
            <a:r>
              <a:rPr lang="en-US" sz="1800" dirty="0"/>
              <a:t>Security: JWT authentication, role-based access control, audit logging </a:t>
            </a:r>
          </a:p>
          <a:p>
            <a:r>
              <a:rPr lang="en-US" sz="1800" dirty="0"/>
              <a:t>Key design choices:</a:t>
            </a:r>
          </a:p>
          <a:p>
            <a:pPr marL="285750" indent="-285750">
              <a:buFont typeface="Arial" panose="020B0604020202020204" pitchFamily="34" charset="0"/>
              <a:buChar char="•"/>
            </a:pPr>
            <a:r>
              <a:rPr lang="en-US" sz="1800" dirty="0"/>
              <a:t>On-premise deployment for GDPR compliance </a:t>
            </a:r>
          </a:p>
          <a:p>
            <a:pPr marL="285750" indent="-285750">
              <a:buFont typeface="Arial" panose="020B0604020202020204" pitchFamily="34" charset="0"/>
              <a:buChar char="•"/>
            </a:pPr>
            <a:r>
              <a:rPr lang="en-US" sz="1800" dirty="0"/>
              <a:t>Synchronous LLM inference for real-time usability </a:t>
            </a:r>
          </a:p>
          <a:p>
            <a:pPr marL="285750" indent="-285750">
              <a:buFont typeface="Arial" panose="020B0604020202020204" pitchFamily="34" charset="0"/>
              <a:buChar char="•"/>
            </a:pPr>
            <a:r>
              <a:rPr lang="en-US" sz="1800" dirty="0"/>
              <a:t>Structured clinical data model for interoperability </a:t>
            </a:r>
          </a:p>
          <a:p>
            <a:r>
              <a:rPr lang="en-US" sz="1800" dirty="0"/>
              <a:t>The system was iteratively developed and deployed in a real clinical environment.</a:t>
            </a:r>
          </a:p>
        </p:txBody>
      </p:sp>
      <p:sp>
        <p:nvSpPr>
          <p:cNvPr id="98" name="Google Shape;98;p1"/>
          <p:cNvSpPr txBox="1"/>
          <p:nvPr/>
        </p:nvSpPr>
        <p:spPr>
          <a:xfrm>
            <a:off x="330200" y="21901794"/>
            <a:ext cx="8515100" cy="11459627"/>
          </a:xfrm>
          <a:prstGeom prst="rect">
            <a:avLst/>
          </a:prstGeom>
          <a:solidFill>
            <a:schemeClr val="lt1"/>
          </a:solidFill>
          <a:ln w="12700" cap="flat" cmpd="sng">
            <a:solidFill>
              <a:srgbClr val="002060"/>
            </a:solidFill>
            <a:prstDash val="solid"/>
            <a:miter lim="800000"/>
            <a:headEnd type="none" w="sm" len="sm"/>
            <a:tailEnd type="none" w="sm" len="sm"/>
          </a:ln>
        </p:spPr>
        <p:txBody>
          <a:bodyPr spcFirstLastPara="1" wrap="square" lIns="494000" tIns="494000" rIns="494000" bIns="494000" anchor="t" anchorCtr="0">
            <a:noAutofit/>
          </a:bodyPr>
          <a:lstStyle/>
          <a:p>
            <a:pPr marL="0" marR="0" lvl="0" indent="0" algn="just" rtl="0">
              <a:lnSpc>
                <a:spcPct val="114000"/>
              </a:lnSpc>
              <a:spcBef>
                <a:spcPts val="0"/>
              </a:spcBef>
              <a:spcAft>
                <a:spcPts val="0"/>
              </a:spcAft>
              <a:buNone/>
            </a:pPr>
            <a:endParaRPr sz="2200">
              <a:solidFill>
                <a:schemeClr val="dk1"/>
              </a:solidFill>
              <a:latin typeface="Arial"/>
              <a:ea typeface="Arial"/>
              <a:cs typeface="Arial"/>
              <a:sym typeface="Arial"/>
            </a:endParaRPr>
          </a:p>
          <a:p>
            <a:pPr marL="0" marR="0" lvl="0" indent="0" algn="just" rtl="0">
              <a:lnSpc>
                <a:spcPct val="114000"/>
              </a:lnSpc>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0" marR="0" lvl="0" indent="0" algn="l" rtl="0">
              <a:lnSpc>
                <a:spcPct val="114000"/>
              </a:lnSpc>
              <a:spcBef>
                <a:spcPts val="0"/>
              </a:spcBef>
              <a:spcAft>
                <a:spcPts val="0"/>
              </a:spcAft>
              <a:buNone/>
            </a:pPr>
            <a:endParaRPr sz="2200">
              <a:solidFill>
                <a:schemeClr val="dk1"/>
              </a:solidFill>
              <a:latin typeface="Calibri"/>
              <a:ea typeface="Calibri"/>
              <a:cs typeface="Calibri"/>
              <a:sym typeface="Calibri"/>
            </a:endParaRPr>
          </a:p>
        </p:txBody>
      </p:sp>
      <p:sp>
        <p:nvSpPr>
          <p:cNvPr id="99" name="Google Shape;99;p1"/>
          <p:cNvSpPr/>
          <p:nvPr/>
        </p:nvSpPr>
        <p:spPr>
          <a:xfrm>
            <a:off x="447194" y="21904099"/>
            <a:ext cx="3234720" cy="989752"/>
          </a:xfrm>
          <a:prstGeom prst="rect">
            <a:avLst/>
          </a:prstGeom>
          <a:noFill/>
          <a:ln>
            <a:noFill/>
          </a:ln>
        </p:spPr>
        <p:txBody>
          <a:bodyPr spcFirstLastPara="1" wrap="square" lIns="115800" tIns="57900" rIns="115800" bIns="57900" anchor="t" anchorCtr="0">
            <a:spAutoFit/>
          </a:bodyPr>
          <a:lstStyle/>
          <a:p>
            <a:pPr marL="0" marR="0" lvl="0" indent="0" algn="l" rtl="0">
              <a:lnSpc>
                <a:spcPct val="114000"/>
              </a:lnSpc>
              <a:spcBef>
                <a:spcPts val="0"/>
              </a:spcBef>
              <a:spcAft>
                <a:spcPts val="0"/>
              </a:spcAft>
              <a:buNone/>
            </a:pPr>
            <a:r>
              <a:rPr lang="fr-FR" sz="5400">
                <a:solidFill>
                  <a:srgbClr val="2E75B5"/>
                </a:solidFill>
                <a:latin typeface="Times New Roman"/>
                <a:ea typeface="Times New Roman"/>
                <a:cs typeface="Times New Roman"/>
                <a:sym typeface="Times New Roman"/>
              </a:rPr>
              <a:t>Evaluation</a:t>
            </a:r>
            <a:endParaRPr sz="5400">
              <a:solidFill>
                <a:srgbClr val="2E75B5"/>
              </a:solidFill>
              <a:latin typeface="Times New Roman"/>
              <a:ea typeface="Times New Roman"/>
              <a:cs typeface="Times New Roman"/>
              <a:sym typeface="Times New Roman"/>
            </a:endParaRPr>
          </a:p>
        </p:txBody>
      </p:sp>
      <p:sp>
        <p:nvSpPr>
          <p:cNvPr id="101" name="Google Shape;101;p1"/>
          <p:cNvSpPr txBox="1"/>
          <p:nvPr/>
        </p:nvSpPr>
        <p:spPr>
          <a:xfrm>
            <a:off x="9545603" y="4721541"/>
            <a:ext cx="8493697" cy="21176998"/>
          </a:xfrm>
          <a:prstGeom prst="rect">
            <a:avLst/>
          </a:prstGeom>
          <a:solidFill>
            <a:schemeClr val="lt1"/>
          </a:solidFill>
          <a:ln w="12700" cap="flat" cmpd="sng">
            <a:solidFill>
              <a:srgbClr val="002060"/>
            </a:solidFill>
            <a:prstDash val="solid"/>
            <a:miter lim="800000"/>
            <a:headEnd type="none" w="sm" len="sm"/>
            <a:tailEnd type="none" w="sm" len="sm"/>
          </a:ln>
        </p:spPr>
        <p:txBody>
          <a:bodyPr spcFirstLastPara="1" wrap="square" lIns="494000" tIns="494000" rIns="494000" bIns="494000" anchor="t" anchorCtr="0">
            <a:noAutofit/>
          </a:bodyPr>
          <a:lstStyle/>
          <a:p>
            <a:pPr marL="0" marR="0" lvl="0" indent="0" algn="just" rtl="0">
              <a:lnSpc>
                <a:spcPct val="114000"/>
              </a:lnSpc>
              <a:spcBef>
                <a:spcPts val="0"/>
              </a:spcBef>
              <a:spcAft>
                <a:spcPts val="0"/>
              </a:spcAft>
              <a:buNone/>
            </a:pPr>
            <a:endParaRPr sz="2200">
              <a:solidFill>
                <a:schemeClr val="dk1"/>
              </a:solidFill>
              <a:latin typeface="Arial"/>
              <a:ea typeface="Arial"/>
              <a:cs typeface="Arial"/>
              <a:sym typeface="Arial"/>
            </a:endParaRPr>
          </a:p>
          <a:p>
            <a:pPr marL="0" marR="0" lvl="0" indent="0" algn="just" rtl="0">
              <a:lnSpc>
                <a:spcPct val="114000"/>
              </a:lnSpc>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0" marR="0" lvl="0" indent="0" algn="l" rtl="0">
              <a:lnSpc>
                <a:spcPct val="114000"/>
              </a:lnSpc>
              <a:spcBef>
                <a:spcPts val="0"/>
              </a:spcBef>
              <a:spcAft>
                <a:spcPts val="0"/>
              </a:spcAft>
              <a:buNone/>
            </a:pPr>
            <a:endParaRPr sz="2200">
              <a:solidFill>
                <a:schemeClr val="dk1"/>
              </a:solidFill>
              <a:latin typeface="Calibri"/>
              <a:ea typeface="Calibri"/>
              <a:cs typeface="Calibri"/>
              <a:sym typeface="Calibri"/>
            </a:endParaRPr>
          </a:p>
        </p:txBody>
      </p:sp>
      <p:sp>
        <p:nvSpPr>
          <p:cNvPr id="102" name="Google Shape;102;p1"/>
          <p:cNvSpPr txBox="1"/>
          <p:nvPr/>
        </p:nvSpPr>
        <p:spPr>
          <a:xfrm>
            <a:off x="9545603" y="26085707"/>
            <a:ext cx="8493697" cy="7275713"/>
          </a:xfrm>
          <a:prstGeom prst="rect">
            <a:avLst/>
          </a:prstGeom>
          <a:solidFill>
            <a:srgbClr val="F4B081"/>
          </a:solidFill>
          <a:ln w="12700" cap="flat" cmpd="sng">
            <a:solidFill>
              <a:srgbClr val="F4B081"/>
            </a:solidFill>
            <a:prstDash val="solid"/>
            <a:miter lim="800000"/>
            <a:headEnd type="none" w="sm" len="sm"/>
            <a:tailEnd type="none" w="sm" len="sm"/>
          </a:ln>
        </p:spPr>
        <p:txBody>
          <a:bodyPr spcFirstLastPara="1" wrap="square" lIns="494000" tIns="494000" rIns="494000" bIns="494000" anchor="t" anchorCtr="0">
            <a:noAutofit/>
          </a:bodyPr>
          <a:lstStyle/>
          <a:p>
            <a:pPr marL="0" marR="0" lvl="0" indent="0" algn="just" rtl="0">
              <a:lnSpc>
                <a:spcPct val="114000"/>
              </a:lnSpc>
              <a:spcBef>
                <a:spcPts val="0"/>
              </a:spcBef>
              <a:spcAft>
                <a:spcPts val="0"/>
              </a:spcAft>
              <a:buNone/>
            </a:pPr>
            <a:endParaRPr sz="2200">
              <a:solidFill>
                <a:schemeClr val="dk1"/>
              </a:solidFill>
              <a:latin typeface="Arial"/>
              <a:ea typeface="Arial"/>
              <a:cs typeface="Arial"/>
              <a:sym typeface="Arial"/>
            </a:endParaRPr>
          </a:p>
          <a:p>
            <a:pPr marL="0" marR="0" lvl="0" indent="0" algn="just" rtl="0">
              <a:lnSpc>
                <a:spcPct val="114000"/>
              </a:lnSpc>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0" marR="0" lvl="0" indent="0" algn="l" rtl="0">
              <a:lnSpc>
                <a:spcPct val="114000"/>
              </a:lnSpc>
              <a:spcBef>
                <a:spcPts val="0"/>
              </a:spcBef>
              <a:spcAft>
                <a:spcPts val="0"/>
              </a:spcAft>
              <a:buNone/>
            </a:pPr>
            <a:endParaRPr sz="2200">
              <a:solidFill>
                <a:schemeClr val="dk1"/>
              </a:solidFill>
              <a:latin typeface="Calibri"/>
              <a:ea typeface="Calibri"/>
              <a:cs typeface="Calibri"/>
              <a:sym typeface="Calibri"/>
            </a:endParaRPr>
          </a:p>
        </p:txBody>
      </p:sp>
      <p:sp>
        <p:nvSpPr>
          <p:cNvPr id="103" name="Google Shape;103;p1"/>
          <p:cNvSpPr/>
          <p:nvPr/>
        </p:nvSpPr>
        <p:spPr>
          <a:xfrm>
            <a:off x="9678012" y="26026065"/>
            <a:ext cx="8305219" cy="1064241"/>
          </a:xfrm>
          <a:prstGeom prst="rect">
            <a:avLst/>
          </a:prstGeom>
          <a:noFill/>
          <a:ln>
            <a:noFill/>
          </a:ln>
        </p:spPr>
        <p:txBody>
          <a:bodyPr spcFirstLastPara="1" wrap="square" lIns="115800" tIns="57900" rIns="115800" bIns="57900" anchor="t" anchorCtr="0">
            <a:spAutoFit/>
          </a:bodyPr>
          <a:lstStyle/>
          <a:p>
            <a:pPr marL="0" marR="0" lvl="0" indent="0" algn="l" rtl="0">
              <a:lnSpc>
                <a:spcPct val="114000"/>
              </a:lnSpc>
              <a:spcBef>
                <a:spcPts val="0"/>
              </a:spcBef>
              <a:spcAft>
                <a:spcPts val="0"/>
              </a:spcAft>
              <a:buNone/>
            </a:pPr>
            <a:r>
              <a:rPr lang="fr-FR" sz="5400" dirty="0">
                <a:solidFill>
                  <a:srgbClr val="2E75B5"/>
                </a:solidFill>
                <a:latin typeface="Times New Roman"/>
                <a:ea typeface="Times New Roman"/>
                <a:cs typeface="Times New Roman"/>
                <a:sym typeface="Times New Roman"/>
              </a:rPr>
              <a:t>Conclusion and Perspectives</a:t>
            </a:r>
            <a:endParaRPr dirty="0"/>
          </a:p>
        </p:txBody>
      </p:sp>
      <p:sp>
        <p:nvSpPr>
          <p:cNvPr id="104" name="Google Shape;104;p1"/>
          <p:cNvSpPr txBox="1"/>
          <p:nvPr/>
        </p:nvSpPr>
        <p:spPr>
          <a:xfrm>
            <a:off x="9782565" y="26898153"/>
            <a:ext cx="7924832" cy="6632545"/>
          </a:xfrm>
          <a:prstGeom prst="rect">
            <a:avLst/>
          </a:prstGeom>
          <a:noFill/>
          <a:ln>
            <a:noFill/>
          </a:ln>
        </p:spPr>
        <p:txBody>
          <a:bodyPr spcFirstLastPara="1" wrap="square" lIns="91425" tIns="45700" rIns="91425" bIns="45700" anchor="t" anchorCtr="0">
            <a:spAutoFit/>
          </a:bodyPr>
          <a:lstStyle/>
          <a:p>
            <a:r>
              <a:rPr lang="en-US" sz="1700" b="1" dirty="0"/>
              <a:t>This work presents the first complete implementation of a locally-governed clinical AI platform preserving data sovereignty while enabling sophisticated decision support. The bidirectional care coordination model establishes artificial intelligence as a knowledge synthesis layer rather than autonomous authority, maintaining clinical judgment as the primary accountability locus. Demonstrated performance characteristics (50–200ms retrieval latency, 2–5s consultation response) establish benchmarks suitable for routine clinical workflows, while comprehensive audit logging and role-based access provide institutional compliance verification mechanisms essential under CNDP frameworks. Current system capacity (10–20 practitioners per department, 18,000 patients) reflects pilot scope; scaling requires distributed language model inference, vector database integration, and multi-tenant schema refactoring—predictable technical enhancements rather than conceptual limitations. Future research should examine comparative effectiveness of local versus distributed architectures, patient outcomes across care coordination models, economic analysis of deployment approaches, and interoperability standards for independent institutional systems. </a:t>
            </a:r>
            <a:r>
              <a:rPr lang="en-US" sz="1700" b="1" dirty="0" err="1"/>
              <a:t>RhumatoAI</a:t>
            </a:r>
            <a:r>
              <a:rPr lang="en-US" sz="1700" b="1" dirty="0"/>
              <a:t> demonstrates that sophisticated clinical intelligence systems need not depend on external infrastructure or compromise institutional autonomy. As healthcare systems navigate data protection requirements and organizational independence considerations, locally-managed AI platforms represent a viable model for responsible technological innovation in specialized medical domains.</a:t>
            </a:r>
            <a:endParaRPr lang="en-US" sz="1700" dirty="0"/>
          </a:p>
          <a:p>
            <a:r>
              <a:rPr lang="en-US" sz="1700" dirty="0"/>
              <a:t> </a:t>
            </a:r>
          </a:p>
        </p:txBody>
      </p:sp>
      <p:sp>
        <p:nvSpPr>
          <p:cNvPr id="105" name="Google Shape;105;p1"/>
          <p:cNvSpPr txBox="1"/>
          <p:nvPr/>
        </p:nvSpPr>
        <p:spPr>
          <a:xfrm>
            <a:off x="330200" y="33488947"/>
            <a:ext cx="17709100" cy="2365158"/>
          </a:xfrm>
          <a:prstGeom prst="rect">
            <a:avLst/>
          </a:prstGeom>
          <a:solidFill>
            <a:schemeClr val="lt1"/>
          </a:solidFill>
          <a:ln w="12700" cap="flat" cmpd="sng">
            <a:solidFill>
              <a:srgbClr val="002060"/>
            </a:solidFill>
            <a:prstDash val="solid"/>
            <a:miter lim="800000"/>
            <a:headEnd type="none" w="sm" len="sm"/>
            <a:tailEnd type="none" w="sm" len="sm"/>
          </a:ln>
        </p:spPr>
        <p:txBody>
          <a:bodyPr spcFirstLastPara="1" wrap="square" lIns="494000" tIns="494000" rIns="494000" bIns="494000" anchor="t" anchorCtr="0">
            <a:noAutofit/>
          </a:bodyPr>
          <a:lstStyle/>
          <a:p>
            <a:pPr marL="0" marR="0" lvl="0" indent="0" algn="just" rtl="0">
              <a:lnSpc>
                <a:spcPct val="114000"/>
              </a:lnSpc>
              <a:spcBef>
                <a:spcPts val="0"/>
              </a:spcBef>
              <a:spcAft>
                <a:spcPts val="0"/>
              </a:spcAft>
              <a:buNone/>
            </a:pPr>
            <a:endParaRPr sz="2200">
              <a:solidFill>
                <a:schemeClr val="dk1"/>
              </a:solidFill>
              <a:latin typeface="Arial"/>
              <a:ea typeface="Arial"/>
              <a:cs typeface="Arial"/>
              <a:sym typeface="Arial"/>
            </a:endParaRPr>
          </a:p>
          <a:p>
            <a:pPr marL="0" marR="0" lvl="0" indent="0" algn="just" rtl="0">
              <a:lnSpc>
                <a:spcPct val="114000"/>
              </a:lnSpc>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0" marR="0" lvl="0" indent="0" algn="l" rtl="0">
              <a:lnSpc>
                <a:spcPct val="114000"/>
              </a:lnSpc>
              <a:spcBef>
                <a:spcPts val="0"/>
              </a:spcBef>
              <a:spcAft>
                <a:spcPts val="0"/>
              </a:spcAft>
              <a:buNone/>
            </a:pPr>
            <a:endParaRPr sz="2200">
              <a:solidFill>
                <a:schemeClr val="dk1"/>
              </a:solidFill>
              <a:latin typeface="Calibri"/>
              <a:ea typeface="Calibri"/>
              <a:cs typeface="Calibri"/>
              <a:sym typeface="Calibri"/>
            </a:endParaRPr>
          </a:p>
        </p:txBody>
      </p:sp>
      <p:sp>
        <p:nvSpPr>
          <p:cNvPr id="106" name="Google Shape;106;p1"/>
          <p:cNvSpPr/>
          <p:nvPr/>
        </p:nvSpPr>
        <p:spPr>
          <a:xfrm>
            <a:off x="340102" y="33285321"/>
            <a:ext cx="5671561" cy="1064260"/>
          </a:xfrm>
          <a:prstGeom prst="rect">
            <a:avLst/>
          </a:prstGeom>
          <a:noFill/>
          <a:ln>
            <a:noFill/>
          </a:ln>
        </p:spPr>
        <p:txBody>
          <a:bodyPr spcFirstLastPara="1" wrap="square" lIns="115800" tIns="57900" rIns="115800" bIns="57900" anchor="t" anchorCtr="0">
            <a:spAutoFit/>
          </a:bodyPr>
          <a:lstStyle/>
          <a:p>
            <a:pPr marL="0" marR="0" lvl="0" indent="0" algn="l" rtl="0">
              <a:lnSpc>
                <a:spcPct val="114000"/>
              </a:lnSpc>
              <a:spcBef>
                <a:spcPts val="0"/>
              </a:spcBef>
              <a:spcAft>
                <a:spcPts val="0"/>
              </a:spcAft>
              <a:buNone/>
            </a:pPr>
            <a:r>
              <a:rPr lang="fr-FR" sz="5400" dirty="0" err="1">
                <a:solidFill>
                  <a:srgbClr val="2E75B5"/>
                </a:solidFill>
                <a:latin typeface="Times New Roman"/>
                <a:ea typeface="Times New Roman"/>
                <a:cs typeface="Times New Roman"/>
                <a:sym typeface="Times New Roman"/>
              </a:rPr>
              <a:t>References</a:t>
            </a:r>
            <a:endParaRPr sz="5400" dirty="0">
              <a:solidFill>
                <a:srgbClr val="2E75B5"/>
              </a:solidFill>
              <a:latin typeface="Times New Roman"/>
              <a:ea typeface="Times New Roman"/>
              <a:cs typeface="Times New Roman"/>
              <a:sym typeface="Times New Roman"/>
            </a:endParaRPr>
          </a:p>
        </p:txBody>
      </p:sp>
      <p:sp>
        <p:nvSpPr>
          <p:cNvPr id="107" name="Google Shape;107;p1"/>
          <p:cNvSpPr txBox="1"/>
          <p:nvPr/>
        </p:nvSpPr>
        <p:spPr>
          <a:xfrm>
            <a:off x="324900" y="34239296"/>
            <a:ext cx="19221672" cy="1246455"/>
          </a:xfrm>
          <a:prstGeom prst="rect">
            <a:avLst/>
          </a:prstGeom>
          <a:noFill/>
          <a:ln>
            <a:noFill/>
          </a:ln>
        </p:spPr>
        <p:txBody>
          <a:bodyPr spcFirstLastPara="1" wrap="square" lIns="91425" tIns="45700" rIns="91425" bIns="45700" anchor="t" anchorCtr="0">
            <a:spAutoFit/>
          </a:bodyPr>
          <a:lstStyle/>
          <a:p>
            <a:r>
              <a:rPr lang="en-US" sz="1500" dirty="0"/>
              <a:t>Chen YM, Hsiao TH, Lin CH, Fann YC. Unlocking precision medicine: clinical applications of integrating health records, genetics, and immunology through artificial intelligence. J Biomed Sci. 2025 Feb 7;32(1).</a:t>
            </a:r>
          </a:p>
          <a:p>
            <a:r>
              <a:rPr lang="en-US" sz="1500" dirty="0" err="1"/>
              <a:t>Hügle</a:t>
            </a:r>
            <a:r>
              <a:rPr lang="en-US" sz="1500" dirty="0"/>
              <a:t> T. Advancing rheumatology care through machine learning. Pharm Med. 2024 Mar;38(2):87–96.</a:t>
            </a:r>
          </a:p>
          <a:p>
            <a:r>
              <a:rPr lang="en-US" sz="1500" dirty="0" err="1"/>
              <a:t>Knitza</a:t>
            </a:r>
            <a:r>
              <a:rPr lang="en-US" sz="1500" dirty="0"/>
              <a:t> J, Gupta L, </a:t>
            </a:r>
            <a:r>
              <a:rPr lang="en-US" sz="1500" dirty="0" err="1"/>
              <a:t>Hügle</a:t>
            </a:r>
            <a:r>
              <a:rPr lang="en-US" sz="1500" dirty="0"/>
              <a:t> T. Rheumatology in the digital health era: status quo and quo </a:t>
            </a:r>
            <a:r>
              <a:rPr lang="en-US" sz="1500" dirty="0" err="1"/>
              <a:t>vadis</a:t>
            </a:r>
            <a:r>
              <a:rPr lang="en-US" sz="1500" dirty="0"/>
              <a:t>? Nat Rev </a:t>
            </a:r>
            <a:r>
              <a:rPr lang="en-US" sz="1500" dirty="0" err="1"/>
              <a:t>Rheumatol</a:t>
            </a:r>
            <a:r>
              <a:rPr lang="en-US" sz="1500" dirty="0"/>
              <a:t>. 2024 Dec;20(12):747–59.</a:t>
            </a:r>
          </a:p>
          <a:p>
            <a:r>
              <a:rPr lang="en-US" sz="1500" dirty="0"/>
              <a:t>Kunal </a:t>
            </a:r>
            <a:r>
              <a:rPr lang="en-US" sz="1500" dirty="0" err="1"/>
              <a:t>Chandwar</a:t>
            </a:r>
            <a:r>
              <a:rPr lang="en-US" sz="1500" dirty="0"/>
              <a:t>, Misra DP. What does artificial intelligence mean in rheumatology? Arch </a:t>
            </a:r>
            <a:r>
              <a:rPr lang="en-US" sz="1500" dirty="0" err="1"/>
              <a:t>Rheumatol</a:t>
            </a:r>
            <a:r>
              <a:rPr lang="en-US" sz="1500" dirty="0"/>
              <a:t>. 2024 Mar 31;39(1).</a:t>
            </a:r>
          </a:p>
          <a:p>
            <a:r>
              <a:rPr lang="en-US" sz="1500" dirty="0" err="1"/>
              <a:t>Sequé</a:t>
            </a:r>
            <a:r>
              <a:rPr lang="en-US" sz="1500" dirty="0"/>
              <a:t>-Sabater JM, </a:t>
            </a:r>
            <a:r>
              <a:rPr lang="en-US" sz="1500" dirty="0" err="1"/>
              <a:t>Benavent</a:t>
            </a:r>
            <a:r>
              <a:rPr lang="en-US" sz="1500" dirty="0"/>
              <a:t> D. Artificial intelligence in rheumatology research: what is it good for? RMD Open. 2025 Jan;11(1):e004309.</a:t>
            </a:r>
          </a:p>
        </p:txBody>
      </p:sp>
      <p:sp>
        <p:nvSpPr>
          <p:cNvPr id="108" name="Google Shape;108;p1"/>
          <p:cNvSpPr/>
          <p:nvPr/>
        </p:nvSpPr>
        <p:spPr>
          <a:xfrm>
            <a:off x="9870144" y="4889112"/>
            <a:ext cx="6658734" cy="1064241"/>
          </a:xfrm>
          <a:prstGeom prst="rect">
            <a:avLst/>
          </a:prstGeom>
          <a:noFill/>
          <a:ln>
            <a:noFill/>
          </a:ln>
        </p:spPr>
        <p:txBody>
          <a:bodyPr spcFirstLastPara="1" wrap="square" lIns="115800" tIns="57900" rIns="115800" bIns="57900" anchor="t" anchorCtr="0">
            <a:spAutoFit/>
          </a:bodyPr>
          <a:lstStyle/>
          <a:p>
            <a:pPr marL="0" marR="0" lvl="0" indent="0" algn="l" rtl="0">
              <a:lnSpc>
                <a:spcPct val="114000"/>
              </a:lnSpc>
              <a:spcBef>
                <a:spcPts val="0"/>
              </a:spcBef>
              <a:spcAft>
                <a:spcPts val="0"/>
              </a:spcAft>
              <a:buNone/>
            </a:pPr>
            <a:r>
              <a:rPr lang="fr-FR" sz="5400" dirty="0" err="1">
                <a:solidFill>
                  <a:srgbClr val="2E75B5"/>
                </a:solidFill>
                <a:latin typeface="Times New Roman"/>
                <a:ea typeface="Times New Roman"/>
                <a:cs typeface="Times New Roman"/>
                <a:sym typeface="Times New Roman"/>
              </a:rPr>
              <a:t>Results</a:t>
            </a:r>
            <a:r>
              <a:rPr lang="fr-FR" sz="5400" dirty="0">
                <a:solidFill>
                  <a:srgbClr val="2E75B5"/>
                </a:solidFill>
                <a:latin typeface="Times New Roman"/>
                <a:ea typeface="Times New Roman"/>
                <a:cs typeface="Times New Roman"/>
                <a:sym typeface="Times New Roman"/>
              </a:rPr>
              <a:t> and Discussion</a:t>
            </a:r>
            <a:endParaRPr sz="5400" dirty="0">
              <a:solidFill>
                <a:srgbClr val="2E75B5"/>
              </a:solidFill>
              <a:latin typeface="Times New Roman"/>
              <a:ea typeface="Times New Roman"/>
              <a:cs typeface="Times New Roman"/>
              <a:sym typeface="Times New Roman"/>
            </a:endParaRPr>
          </a:p>
        </p:txBody>
      </p:sp>
      <p:sp>
        <p:nvSpPr>
          <p:cNvPr id="109" name="Google Shape;109;p1"/>
          <p:cNvSpPr txBox="1"/>
          <p:nvPr/>
        </p:nvSpPr>
        <p:spPr>
          <a:xfrm>
            <a:off x="9755934" y="6173196"/>
            <a:ext cx="8104889" cy="2031285"/>
          </a:xfrm>
          <a:prstGeom prst="rect">
            <a:avLst/>
          </a:prstGeom>
          <a:noFill/>
          <a:ln>
            <a:noFill/>
          </a:ln>
        </p:spPr>
        <p:txBody>
          <a:bodyPr spcFirstLastPara="1" wrap="square" lIns="91425" tIns="45700" rIns="91425" bIns="45700" anchor="t" anchorCtr="0">
            <a:spAutoFit/>
          </a:bodyPr>
          <a:lstStyle/>
          <a:p>
            <a:r>
              <a:rPr lang="en-US" sz="1800" dirty="0"/>
              <a:t>The </a:t>
            </a:r>
            <a:r>
              <a:rPr lang="en-US" sz="1800" dirty="0" err="1"/>
              <a:t>RhumatoAI</a:t>
            </a:r>
            <a:r>
              <a:rPr lang="en-US" sz="1800" dirty="0"/>
              <a:t> platform instantiates a bidirectional care coordination model wherein patient-generated health data and clinician-directed diagnostic information converge within a locally-managed computational environment (Figure 1). This architecture represents a departure from traditional unidirectional information flow in clinical settings, instead establishing a closed-loop ecosystem wherein the local language model facilitates iterative knowledge synthesis.</a:t>
            </a:r>
            <a:endParaRPr lang="en-US" sz="2400" dirty="0"/>
          </a:p>
        </p:txBody>
      </p:sp>
      <p:pic>
        <p:nvPicPr>
          <p:cNvPr id="3" name="Image 2">
            <a:extLst>
              <a:ext uri="{FF2B5EF4-FFF2-40B4-BE49-F238E27FC236}">
                <a16:creationId xmlns:a16="http://schemas.microsoft.com/office/drawing/2014/main" id="{7AAFC54C-0478-0F69-B25F-4995D2168248}"/>
              </a:ext>
            </a:extLst>
          </p:cNvPr>
          <p:cNvPicPr>
            <a:picLocks noChangeAspect="1"/>
          </p:cNvPicPr>
          <p:nvPr/>
        </p:nvPicPr>
        <p:blipFill>
          <a:blip r:embed="rId3"/>
          <a:stretch>
            <a:fillRect/>
          </a:stretch>
        </p:blipFill>
        <p:spPr>
          <a:xfrm>
            <a:off x="9870144" y="7710701"/>
            <a:ext cx="7505349" cy="4560049"/>
          </a:xfrm>
          <a:prstGeom prst="rect">
            <a:avLst/>
          </a:prstGeom>
        </p:spPr>
      </p:pic>
      <p:sp>
        <p:nvSpPr>
          <p:cNvPr id="4" name="Google Shape;109;p1">
            <a:extLst>
              <a:ext uri="{FF2B5EF4-FFF2-40B4-BE49-F238E27FC236}">
                <a16:creationId xmlns:a16="http://schemas.microsoft.com/office/drawing/2014/main" id="{67E2C21C-2018-6732-709E-AA37F21C7C06}"/>
              </a:ext>
            </a:extLst>
          </p:cNvPr>
          <p:cNvSpPr txBox="1"/>
          <p:nvPr/>
        </p:nvSpPr>
        <p:spPr>
          <a:xfrm>
            <a:off x="10430382" y="11831658"/>
            <a:ext cx="7697480" cy="307736"/>
          </a:xfrm>
          <a:prstGeom prst="rect">
            <a:avLst/>
          </a:prstGeom>
          <a:noFill/>
          <a:ln>
            <a:noFill/>
          </a:ln>
        </p:spPr>
        <p:txBody>
          <a:bodyPr spcFirstLastPara="1" wrap="square" lIns="91425" tIns="45700" rIns="91425" bIns="45700" anchor="t" anchorCtr="0">
            <a:spAutoFit/>
          </a:bodyPr>
          <a:lstStyle/>
          <a:p>
            <a:r>
              <a:rPr lang="en-US" dirty="0"/>
              <a:t>Figure 1 : </a:t>
            </a:r>
            <a:r>
              <a:rPr lang="en-US" b="1" dirty="0"/>
              <a:t>Bidirectional Care Coordination Model with Locally-Integrated AI</a:t>
            </a:r>
            <a:endParaRPr lang="en-US" sz="1800" dirty="0"/>
          </a:p>
        </p:txBody>
      </p:sp>
      <p:sp>
        <p:nvSpPr>
          <p:cNvPr id="5" name="Google Shape;109;p1">
            <a:extLst>
              <a:ext uri="{FF2B5EF4-FFF2-40B4-BE49-F238E27FC236}">
                <a16:creationId xmlns:a16="http://schemas.microsoft.com/office/drawing/2014/main" id="{5970FE4B-8325-B91B-6D25-CE0D2ADAF76C}"/>
              </a:ext>
            </a:extLst>
          </p:cNvPr>
          <p:cNvSpPr txBox="1"/>
          <p:nvPr/>
        </p:nvSpPr>
        <p:spPr>
          <a:xfrm>
            <a:off x="9755934" y="12573088"/>
            <a:ext cx="8227298" cy="13111241"/>
          </a:xfrm>
          <a:prstGeom prst="rect">
            <a:avLst/>
          </a:prstGeom>
          <a:noFill/>
          <a:ln>
            <a:noFill/>
          </a:ln>
        </p:spPr>
        <p:txBody>
          <a:bodyPr spcFirstLastPara="1" wrap="square" lIns="91425" tIns="45700" rIns="91425" bIns="45700" anchor="t" anchorCtr="0">
            <a:spAutoFit/>
          </a:bodyPr>
          <a:lstStyle/>
          <a:p>
            <a:r>
              <a:rPr lang="en-US" sz="1800" b="1" dirty="0"/>
              <a:t>System Architecture and Information Flow</a:t>
            </a:r>
            <a:r>
              <a:rPr lang="en-US" sz="1800" dirty="0"/>
              <a:t>: The conceptual model (Figure 1) delineates three primary stakeholder categories: patients (contributing symptom narratives and patient-reported outcomes), healthcare professionals (providing clinical diagnoses and laboratory interpretations), and the integrated </a:t>
            </a:r>
            <a:r>
              <a:rPr lang="en-US" sz="1800" dirty="0" err="1"/>
              <a:t>RhumatoAI</a:t>
            </a:r>
            <a:r>
              <a:rPr lang="en-US" sz="1800" dirty="0"/>
              <a:t> system serving as a mediating computational layer. The system operates bidirectionally: patients receive personalized self-management guidance through decision support interfaces, while clinicians access AI-augmented diagnostic recommendations derived from aggregated patient data and clinical evidence. Critically, this architecture maintains complete data residency within institutional infrastructure, eliminating dependency on distributed cloud architectures and satisfying regulatory governance frameworks applicable to sensitive health information in the Moroccan context.</a:t>
            </a:r>
          </a:p>
          <a:p>
            <a:r>
              <a:rPr lang="en-US" sz="1800" b="1" dirty="0"/>
              <a:t>Clinical Functional Integration</a:t>
            </a:r>
            <a:r>
              <a:rPr lang="en-US" sz="1800" dirty="0"/>
              <a:t>: Implementation validation confirms successful execution of essential clinical workflows: patient demographic and clinical history management; appointment scheduling and coordination; medical documentation capture with structured clinical concepts (diagnoses, treatments, laboratory findings); and clinical decision support via retrieval-augmented language model inference. Role-based access control mechanisms establish hierarchical permission structures aligned with professional responsibilities (administrative, practitioner, supervisory). Comprehensive audit logging provisions institutional accountability and regulatory compliance verification.</a:t>
            </a:r>
          </a:p>
          <a:p>
            <a:r>
              <a:rPr lang="en-US" sz="1800" b="1" dirty="0"/>
              <a:t>Operational Performance Characteristics</a:t>
            </a:r>
            <a:r>
              <a:rPr lang="en-US" sz="1800" dirty="0"/>
              <a:t>: Response time measurements demonstrate acceptable performance for clinical operations: standard data retrieval operations (patient records, appointment queries) complete within 50–200 milliseconds; AI-assisted consultation features deliver clinical insights within 2–5 second intervals under normal operational conditions. System stability persists across the evaluated user population range (10–20 concurrent practitioners per department) without observable performance degradation.</a:t>
            </a:r>
          </a:p>
          <a:p>
            <a:r>
              <a:rPr lang="en-US" sz="1800" b="1" dirty="0"/>
              <a:t>Theoretical Integration</a:t>
            </a:r>
            <a:r>
              <a:rPr lang="en-US" sz="1800" dirty="0"/>
              <a:t>: The closed-loop design (Figure 1, feedback arrow at top) reflects contemporary understanding of human-AI collaboration in specialized domains, wherein computational assistance augments rather than replaces professional judgment. The continuous model improvement feedback loop embodies principles of iterative refinement through real-world clinical experience data. However, architectural limitations—specifically the single-instance language model infrastructure—create sequential processing constraints that would necessitate resolution prior to scaling to larger practitioner populations.</a:t>
            </a:r>
          </a:p>
          <a:p>
            <a:r>
              <a:rPr lang="en-US" sz="1800" b="1" dirty="0"/>
              <a:t>Implications</a:t>
            </a:r>
            <a:r>
              <a:rPr lang="en-US" sz="1800" dirty="0"/>
              <a:t>: This implementation demonstrates the feasibility of deploying locally-governed clinical decision support systems meeting regulatory requirements while maintaining technical sophistication. The bidirectional information architecture (Figure 1) establishes a framework wherein institutional knowledge accumulation occurs through integration of clinical and patient perspectives. Further development toward distributed inference and semantic knowledge retrieval would enhance clinical utility and institutional scalability, enabling broader adoption across multi-specialty healthcare networks.</a:t>
            </a:r>
          </a:p>
          <a:p>
            <a:r>
              <a:rPr lang="en-US" sz="1800" dirty="0"/>
              <a:t> </a:t>
            </a:r>
          </a:p>
        </p:txBody>
      </p:sp>
      <p:sp>
        <p:nvSpPr>
          <p:cNvPr id="7" name="Rectangle 3">
            <a:extLst>
              <a:ext uri="{FF2B5EF4-FFF2-40B4-BE49-F238E27FC236}">
                <a16:creationId xmlns:a16="http://schemas.microsoft.com/office/drawing/2014/main" id="{7ECB2CC4-B45A-2A15-AA41-A9BD47F66EEA}"/>
              </a:ext>
            </a:extLst>
          </p:cNvPr>
          <p:cNvSpPr>
            <a:spLocks noChangeArrowheads="1"/>
          </p:cNvSpPr>
          <p:nvPr/>
        </p:nvSpPr>
        <p:spPr bwMode="auto">
          <a:xfrm>
            <a:off x="480169" y="23021377"/>
            <a:ext cx="8016358" cy="9510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RhumatoAI</a:t>
            </a:r>
            <a:r>
              <a:rPr kumimoji="0" lang="en-US" altLang="en-US" sz="1800" b="0" i="0" u="none" strike="noStrike" cap="none" normalizeH="0" baseline="0" dirty="0">
                <a:ln>
                  <a:noFill/>
                </a:ln>
                <a:solidFill>
                  <a:schemeClr val="tx1"/>
                </a:solidFill>
                <a:effectLst/>
                <a:latin typeface="Arial" panose="020B0604020202020204" pitchFamily="34" charset="0"/>
              </a:rPr>
              <a:t> meets its core functional objectives within defined operational constraints. The system consistently delivers sub-5-second response latency while supporting approximately 20 concurrent clinical users across departments and managing a dataset exceeding 18,000 patient records. Core modules—patient management, appointment scheduling, medical act documentation, and laboratory result tracking—are fully operational under a 100% local data residency model, ensuring compliance with CNDP requirements.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From a performance standpoint, non-chat API endpoints achieve response times between 50–200ms, while PDF generation completes within 500ms to 3 seconds without blocking API workers. Security mechanisms, including JWT-based authentication and role-based access control, function reliably across both web and mobile platforms. Additionally, comprehensive audit logging captures all write operations with full user and timestamp traceability, supporting regulatory verification.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the architectural level, the current single-instance </a:t>
            </a:r>
            <a:r>
              <a:rPr kumimoji="0" lang="en-US" altLang="en-US" sz="1800" b="0" i="0" u="none" strike="noStrike" cap="none" normalizeH="0" baseline="0" dirty="0" err="1">
                <a:ln>
                  <a:noFill/>
                </a:ln>
                <a:solidFill>
                  <a:schemeClr val="tx1"/>
                </a:solidFill>
                <a:effectLst/>
                <a:latin typeface="Arial" panose="020B0604020202020204" pitchFamily="34" charset="0"/>
              </a:rPr>
              <a:t>Ollama</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err="1">
                <a:ln>
                  <a:noFill/>
                </a:ln>
                <a:solidFill>
                  <a:schemeClr val="tx1"/>
                </a:solidFill>
                <a:effectLst/>
                <a:latin typeface="Arial" panose="020B0604020202020204" pitchFamily="34" charset="0"/>
              </a:rPr>
              <a:t>BioMistral</a:t>
            </a:r>
            <a:r>
              <a:rPr kumimoji="0" lang="en-US" altLang="en-US" sz="1800" b="0" i="0" u="none" strike="noStrike" cap="none" normalizeH="0" baseline="0" dirty="0">
                <a:ln>
                  <a:noFill/>
                </a:ln>
                <a:solidFill>
                  <a:schemeClr val="tx1"/>
                </a:solidFill>
                <a:effectLst/>
                <a:latin typeface="Arial" panose="020B0604020202020204" pitchFamily="34" charset="0"/>
              </a:rPr>
              <a:t> deployment adequately sustains present workloads. Anticipated scaling constraints at the 18,000-patient level—such as full-text search optimization, analytics pre-computation, and paginated patient history retrieval—have been identified and are proactively addressed in the roadmap.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Known bottlenecks, including serialized LLM inference and the absence of semantic patient search, are expected at this stage. Mitigation strategies are already defined, including fallback response mechanisms and model-swapping techniques to maintain service continuity under load.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Regarding production readiness, the platform is transitioning from development to a stable production environment. While test coverage remains below 50%, a dedicated administrative monitoring interface is already in place, and database replication and automated backup systems are scheduled for implementation prior to full clinical deployment.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Furthermore, horizontal scaling strategies, including multi-instance LLM orchestration and asynchronous task queues, are under evaluation. These enhancements aim to eliminate contention points, improve throughput under peak demand, and ensure long-term scalability across multiple clinics and geographically distributed deployments.</a:t>
            </a:r>
          </a:p>
        </p:txBody>
      </p:sp>
      <p:sp>
        <p:nvSpPr>
          <p:cNvPr id="8" name="Rectangle 3">
            <a:extLst>
              <a:ext uri="{FF2B5EF4-FFF2-40B4-BE49-F238E27FC236}">
                <a16:creationId xmlns:a16="http://schemas.microsoft.com/office/drawing/2014/main" id="{649949F7-D40C-DBA7-2669-9191EAE02A3F}"/>
              </a:ext>
            </a:extLst>
          </p:cNvPr>
          <p:cNvSpPr>
            <a:spLocks noChangeArrowheads="1"/>
          </p:cNvSpPr>
          <p:nvPr/>
        </p:nvSpPr>
        <p:spPr bwMode="auto">
          <a:xfrm rot="10800000" flipV="1">
            <a:off x="565885" y="10347274"/>
            <a:ext cx="793064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Recent advances in machine learning have significantly expanded clinical decision support in rheumatology. Supervised models can predict disease activity and guide therapeutic choices, while unsupervised approaches stratify patients into clinically meaningful phenotypes, enabling more personalized care. In parallel, predictive modeling is increasingly used in clinical trial design, particularly for optimizing patient selection and improving cohort homogeneity.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Generative artificial intelligence, particularly large language models such as ChatGPT-4, represents a further paradigm shift. These systems demonstrate promising diagnostic support in specific contexts and can enhance patient education while accelerating research workflows, including literature synthesis and structured data analysis.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However, translation into routine clinical practice remains limited. Key challenges include algorithmic bias, insufficient external validation, lack of model transparency, and gaps in clinician training. These constraints underscore the need for rigorous evaluation frameworks and structured integration strategies, rather than simplistic or premature adoption in clinical environments.</a:t>
            </a:r>
          </a:p>
        </p:txBody>
      </p:sp>
    </p:spTree>
  </p:cSld>
  <p:clrMapOvr>
    <a:masterClrMapping/>
  </p:clrMapOvr>
</p:sld>
</file>

<file path=ppt/theme/theme1.xml><?xml version="1.0" encoding="utf-8"?>
<a:theme xmlns:a="http://schemas.openxmlformats.org/drawingml/2006/main" name="Thème Office">
  <a:themeElements>
    <a:clrScheme name="Thèm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1645</Words>
  <Application>Microsoft Office PowerPoint</Application>
  <PresentationFormat>Personnalisé</PresentationFormat>
  <Paragraphs>59</Paragraphs>
  <Slides>1</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Arial</vt:lpstr>
      <vt:lpstr>Calibri</vt:lpstr>
      <vt:lpstr>Noto Sans Symbols</vt:lpstr>
      <vt:lpstr>Times New Roman</vt:lpstr>
      <vt:lpstr>Thème Office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Wafae Elkaysouni</dc:creator>
  <cp:lastModifiedBy>Ismail BAKRAOUI</cp:lastModifiedBy>
  <cp:revision>3</cp:revision>
  <dcterms:created xsi:type="dcterms:W3CDTF">2019-04-21T10:53:07Z</dcterms:created>
  <dcterms:modified xsi:type="dcterms:W3CDTF">2026-04-13T16:59:04Z</dcterms:modified>
</cp:coreProperties>
</file>